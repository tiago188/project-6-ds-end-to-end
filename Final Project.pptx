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67" r:id="rId6"/>
    <p:sldId id="268" r:id="rId7"/>
    <p:sldId id="272" r:id="rId8"/>
    <p:sldId id="273" r:id="rId9"/>
    <p:sldId id="274" r:id="rId10"/>
    <p:sldId id="275" r:id="rId11"/>
    <p:sldId id="269" r:id="rId12"/>
    <p:sldId id="271" r:id="rId13"/>
    <p:sldId id="276" r:id="rId14"/>
    <p:sldId id="270" r:id="rId15"/>
    <p:sldId id="277" r:id="rId16"/>
    <p:sldId id="264" r:id="rId17"/>
  </p:sldIdLst>
  <p:sldSz cx="12192000" cy="6858000"/>
  <p:notesSz cx="6858000" cy="9144000"/>
  <p:defaultTextStyle>
    <a:defPPr rtl="0"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8598D"/>
    <a:srgbClr val="646C92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4" autoAdjust="0"/>
    <p:restoredTop sz="36573" autoAdjust="0"/>
  </p:normalViewPr>
  <p:slideViewPr>
    <p:cSldViewPr snapToGrid="0">
      <p:cViewPr varScale="1">
        <p:scale>
          <a:sx n="59" d="100"/>
          <a:sy n="59" d="100"/>
        </p:scale>
        <p:origin x="96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14C67D-B906-455D-BA57-3AC7BDDD5A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32E0C-8512-4414-B261-B516F8BA774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275B80D-FABD-4FC7-8A89-6B424C925E22}" type="datetime1">
              <a:rPr lang="en-GB" smtClean="0"/>
              <a:t>31/01/2025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86510F-EAB7-49FF-882B-FACF21CCB6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226CFF-3858-4E44-8689-2174855E04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9FA676-98A1-4ED8-86AE-3FF061B14C5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86203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CF671F2-2E7C-46ED-BAF7-C6A1BAC40ED2}" type="datetime1">
              <a:rPr lang="en-GB" noProof="0" smtClean="0"/>
              <a:t>31/01/2025</a:t>
            </a:fld>
            <a:endParaRPr lang="en-GB" noProof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5B8B270D-091D-4ED2-8C85-0898DD7D9F21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B8B270D-091D-4ED2-8C85-0898DD7D9F21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0102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61436-E353-2C5C-04C9-2B328856A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2BB54-3AB2-C4D0-B3A9-5F652791F7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A485E-A273-158B-5EBC-B44368FF5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PT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This project is divided by Two parts: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EDA part is the analysing a data set “reservation data” and data transformation to create a ML model that can predict House Keeping services. – could be improved for the future.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**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resv_main.ipynb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**</a:t>
            </a:r>
          </a:p>
          <a:p>
            <a:pPr marL="899160">
              <a:lnSpc>
                <a:spcPct val="107000"/>
              </a:lnSpc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ptos" panose="020B0004020202020204" pitchFamily="34" charset="0"/>
              <a:buChar char="-"/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App guest service information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aboutthe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“Orange” hotel unit. For this part create a 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rag_main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code and has a directive for the answers create an md file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hotel_info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**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rag_main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copy.ipynb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**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**app.py**</a:t>
            </a: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**</a:t>
            </a:r>
            <a:r>
              <a:rPr lang="en-GB" sz="1800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hotel_info</a:t>
            </a:r>
            <a:r>
              <a:rPr lang="en-GB" sz="1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**</a:t>
            </a:r>
          </a:p>
          <a:p>
            <a:pPr rtl="0"/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2F294-CF4A-6293-9929-4B555EC26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712FDEA-03A1-4F6D-A72C-F016AC56B49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7595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77889-961B-39A7-5FD9-981F3C0B4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927E2-CCB2-77B7-8A1D-3AC936D260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BEAB7-C128-29B0-4C50-0D5C0484E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3012C-5CD0-AEA3-36DA-A4F3257953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712FDEA-03A1-4F6D-A72C-F016AC56B49F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732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CB1E3-F07F-2245-EE70-DB672212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DA17D2-5436-8448-83BC-1C8CB4F09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147A6C-DFB7-5538-4820-B0BE7FB9E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66E076-5DD4-3B80-B3E5-6509DE514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712FDEA-03A1-4F6D-A72C-F016AC56B49F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0943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DE50-7D25-28A0-8989-542BA9308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6BB65-AD07-A7DB-7218-37CE97431E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658B43-B0CE-1852-C653-27B3EA6882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6A7A6D-9368-35FA-A5AD-2B1321C0BF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712FDEA-03A1-4F6D-A72C-F016AC56B49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4530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0795F-A33B-ECF9-77A6-8902C6305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45D39-A8A4-5361-41E6-E199957A2F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B9437E-D64C-6078-22CF-AA89978128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A7821C-F654-BF0C-1AC0-65BB330EC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712FDEA-03A1-4F6D-A72C-F016AC56B49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04569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3E585-B095-A46A-49F6-4089FAC80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527D93-8178-BCEE-484B-245D30BA9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55D45-C735-E247-389C-8C1A38220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0CAFB-088F-47DC-1A69-640639BAD6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712FDEA-03A1-4F6D-A72C-F016AC56B49F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5658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7F1A6E-B76D-5A17-DFDC-27B345DBE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C284BF-893D-7F02-E6E5-1481A19B18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F0829-1CE4-E203-8F93-0C11097B3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D785DB-7CAC-0C5B-950F-6F798E285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712FDEA-03A1-4F6D-A72C-F016AC56B49F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6540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49610-5A40-73CA-18D7-4E963D12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55F37C-F916-ADB3-69A8-160B22B1D3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98A03C-CD4F-088C-23BA-6C54480ADE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5F21A1-71B8-6926-31BE-8C92309A6B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712FDEA-03A1-4F6D-A72C-F016AC56B49F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0743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8083E-C9AF-FF02-2294-358B6EA2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497AF-00C5-57E9-5AAF-3765D7173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CB8397-4647-E0E4-00EC-F4BEA91B2C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273B3C-307D-606E-86BD-714A2547B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5B8B270D-091D-4ED2-8C85-0898DD7D9F21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4222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22" y="874663"/>
            <a:ext cx="4650901" cy="2334637"/>
          </a:xfrm>
        </p:spPr>
        <p:txBody>
          <a:bodyPr rtlCol="0">
            <a:normAutofit/>
          </a:bodyPr>
          <a:lstStyle>
            <a:lvl1pPr algn="ctr">
              <a:defRPr sz="48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grpSp>
        <p:nvGrpSpPr>
          <p:cNvPr id="6" name="Group 5" hidden="1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Grp="1" noRot="1" noChangeAspect="1" noMove="1" noResize="1" noEditPoints="1" noAdjustHandles="1" noChangeArrowheads="1" noChangeShapeType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Grp="1" noUngrp="1" noRot="1" noChangeAspect="1" noMove="1" noResize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Grp="1" noRot="1" noChangeAspect="1" noMove="1" noResize="1" noEditPoints="1" noAdjustHandles="1" noChangeArrowheads="1" noChangeShapeType="1" noTextEdi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</p:grp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8D7A558-4107-4032-8E5F-99B445369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38400" y="369087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Subtitle 2">
            <a:extLst>
              <a:ext uri="{FF2B5EF4-FFF2-40B4-BE49-F238E27FC236}">
                <a16:creationId xmlns:a16="http://schemas.microsoft.com/office/drawing/2014/main" id="{6B5BCC80-B184-4F6C-B3E3-CFC7F4C41C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000" y="4113213"/>
            <a:ext cx="4636800" cy="1655762"/>
          </a:xfrm>
        </p:spPr>
        <p:txBody>
          <a:bodyPr rtlCol="0">
            <a:norm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>
                <a:cs typeface="Calibri"/>
              </a:rPr>
              <a:t>Presenter name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07" y="536573"/>
            <a:ext cx="3856679" cy="145300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1791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Content Placeholder 2">
            <a:extLst>
              <a:ext uri="{FF2B5EF4-FFF2-40B4-BE49-F238E27FC236}">
                <a16:creationId xmlns:a16="http://schemas.microsoft.com/office/drawing/2014/main" id="{E4838519-F7BD-42C9-BDE6-B4D6DF7E1175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07606" y="2877018"/>
            <a:ext cx="3060000" cy="2938561"/>
          </a:xfrm>
        </p:spPr>
        <p:txBody>
          <a:bodyPr rtlCol="0">
            <a:normAutofit/>
          </a:bodyPr>
          <a:lstStyle>
            <a:lvl1pPr algn="ctr">
              <a:defRPr/>
            </a:lvl1pPr>
          </a:lstStyle>
          <a:p>
            <a:pPr marL="0" indent="0" algn="ctr" rtl="0">
              <a:buNone/>
            </a:pPr>
            <a:r>
              <a:rPr lang="en-GB" noProof="0"/>
              <a:t>Click to edit master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0000" y="6357168"/>
            <a:ext cx="1480400" cy="46166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996947" y="6357600"/>
            <a:ext cx="6683376" cy="460800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endParaRPr lang="en-GB" noProof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F1A84F6-2D30-446A-9D91-44FBCB82567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79987" y="0"/>
            <a:ext cx="7212013" cy="6858000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4646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6600" y="536573"/>
            <a:ext cx="4078800" cy="145300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376C93AE-577A-4E39-B37B-F54DD619E8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175" y="2876550"/>
            <a:ext cx="4819650" cy="2875321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 baseline="0"/>
            </a:lvl1pPr>
            <a:lvl2pPr marL="360000" indent="0" algn="ctr">
              <a:buFont typeface="Arial" panose="020B0604020202020204" pitchFamily="34" charset="0"/>
              <a:buNone/>
              <a:defRPr/>
            </a:lvl2pPr>
            <a:lvl3pPr marL="720000" indent="0" algn="ctr">
              <a:buNone/>
              <a:defRPr/>
            </a:lvl3pPr>
            <a:lvl4pPr marL="1080000" indent="0" algn="ctr">
              <a:buFont typeface="Arial" panose="020B0604020202020204" pitchFamily="34" charset="0"/>
              <a:buNone/>
              <a:defRPr/>
            </a:lvl4pPr>
            <a:lvl5pPr marL="1440000" indent="0" algn="ctr">
              <a:buNone/>
              <a:defRPr/>
            </a:lvl5pPr>
          </a:lstStyle>
          <a:p>
            <a:pPr lvl="0" rtl="0"/>
            <a:r>
              <a:rPr lang="en-GB" noProof="0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  <p:grpSp>
        <p:nvGrpSpPr>
          <p:cNvPr id="6" name="Group 5" hidden="1">
            <a:extLst>
              <a:ext uri="{FF2B5EF4-FFF2-40B4-BE49-F238E27FC236}">
                <a16:creationId xmlns:a16="http://schemas.microsoft.com/office/drawing/2014/main" id="{4DF41F26-BFC3-471C-AEBF-8D613043F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9766" y="716800"/>
            <a:ext cx="3838575" cy="5583025"/>
            <a:chOff x="199766" y="716800"/>
            <a:chExt cx="3838575" cy="558302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CD3F709F-F0BC-4149-B83C-D6E0B13F9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26" name="Freeform 64">
                <a:extLst>
                  <a:ext uri="{FF2B5EF4-FFF2-40B4-BE49-F238E27FC236}">
                    <a16:creationId xmlns:a16="http://schemas.microsoft.com/office/drawing/2014/main" id="{5C5EF830-776D-4D9D-B2AD-E2EF27FE2B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27" name="Freeform 81">
                <a:extLst>
                  <a:ext uri="{FF2B5EF4-FFF2-40B4-BE49-F238E27FC236}">
                    <a16:creationId xmlns:a16="http://schemas.microsoft.com/office/drawing/2014/main" id="{24555386-DD07-47B5-8731-6188F044090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28" name="Freeform 61">
                <a:extLst>
                  <a:ext uri="{FF2B5EF4-FFF2-40B4-BE49-F238E27FC236}">
                    <a16:creationId xmlns:a16="http://schemas.microsoft.com/office/drawing/2014/main" id="{98AACD5A-587D-4523-8687-E39554A9EE4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29" name="Freeform 78">
                <a:extLst>
                  <a:ext uri="{FF2B5EF4-FFF2-40B4-BE49-F238E27FC236}">
                    <a16:creationId xmlns:a16="http://schemas.microsoft.com/office/drawing/2014/main" id="{056E6FE3-AE0B-4665-BDC4-C43B088EA3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0" name="Freeform 84">
                <a:extLst>
                  <a:ext uri="{FF2B5EF4-FFF2-40B4-BE49-F238E27FC236}">
                    <a16:creationId xmlns:a16="http://schemas.microsoft.com/office/drawing/2014/main" id="{3341E111-158B-46EB-85CF-76ACE2E6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1" name="Freeform 87">
                <a:extLst>
                  <a:ext uri="{FF2B5EF4-FFF2-40B4-BE49-F238E27FC236}">
                    <a16:creationId xmlns:a16="http://schemas.microsoft.com/office/drawing/2014/main" id="{B6BAC346-F465-42C1-B326-511CDAAFCD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2" name="Freeform 60">
                <a:extLst>
                  <a:ext uri="{FF2B5EF4-FFF2-40B4-BE49-F238E27FC236}">
                    <a16:creationId xmlns:a16="http://schemas.microsoft.com/office/drawing/2014/main" id="{41EFAE7C-FB00-406B-B543-258ECBA85C9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3" name="Freeform 59">
                <a:extLst>
                  <a:ext uri="{FF2B5EF4-FFF2-40B4-BE49-F238E27FC236}">
                    <a16:creationId xmlns:a16="http://schemas.microsoft.com/office/drawing/2014/main" id="{7B8E44F7-B4B5-407F-8CBF-2EF396585A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4" name="Freeform 62">
                <a:extLst>
                  <a:ext uri="{FF2B5EF4-FFF2-40B4-BE49-F238E27FC236}">
                    <a16:creationId xmlns:a16="http://schemas.microsoft.com/office/drawing/2014/main" id="{E5CB4BB7-46DD-4D14-AF85-0E13EFBA67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5" name="Freeform 65">
                <a:extLst>
                  <a:ext uri="{FF2B5EF4-FFF2-40B4-BE49-F238E27FC236}">
                    <a16:creationId xmlns:a16="http://schemas.microsoft.com/office/drawing/2014/main" id="{F7F8EDDC-B124-4CF0-9C0B-036D7E9203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6" name="Freeform 79">
                <a:extLst>
                  <a:ext uri="{FF2B5EF4-FFF2-40B4-BE49-F238E27FC236}">
                    <a16:creationId xmlns:a16="http://schemas.microsoft.com/office/drawing/2014/main" id="{F9979D20-23CA-44BF-94E4-277FAA877C4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7" name="Freeform 82">
                <a:extLst>
                  <a:ext uri="{FF2B5EF4-FFF2-40B4-BE49-F238E27FC236}">
                    <a16:creationId xmlns:a16="http://schemas.microsoft.com/office/drawing/2014/main" id="{64DA53E4-1E27-44B2-9EA5-375E3D20A7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8" name="Freeform 85">
                <a:extLst>
                  <a:ext uri="{FF2B5EF4-FFF2-40B4-BE49-F238E27FC236}">
                    <a16:creationId xmlns:a16="http://schemas.microsoft.com/office/drawing/2014/main" id="{AF41DBD5-F7CA-43C7-B477-6E93D8DC06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9" name="Freeform 88">
                <a:extLst>
                  <a:ext uri="{FF2B5EF4-FFF2-40B4-BE49-F238E27FC236}">
                    <a16:creationId xmlns:a16="http://schemas.microsoft.com/office/drawing/2014/main" id="{8DE355CC-A733-4109-AC9E-4E5E96E355E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C60E99C1-AC1B-4267-A404-07CA28EA1AA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41" name="Line 63">
                  <a:extLst>
                    <a:ext uri="{FF2B5EF4-FFF2-40B4-BE49-F238E27FC236}">
                      <a16:creationId xmlns:a16="http://schemas.microsoft.com/office/drawing/2014/main" id="{46BA754B-AF8C-4E32-B5D4-BD2CA1341E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42" name="Line 66">
                  <a:extLst>
                    <a:ext uri="{FF2B5EF4-FFF2-40B4-BE49-F238E27FC236}">
                      <a16:creationId xmlns:a16="http://schemas.microsoft.com/office/drawing/2014/main" id="{AA7154F4-DAA9-42B8-9C79-E7D89EB926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43" name="Line 67">
                  <a:extLst>
                    <a:ext uri="{FF2B5EF4-FFF2-40B4-BE49-F238E27FC236}">
                      <a16:creationId xmlns:a16="http://schemas.microsoft.com/office/drawing/2014/main" id="{CFCCE002-4181-4663-B8B4-5B5CC711B8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44" name="Line 80">
                  <a:extLst>
                    <a:ext uri="{FF2B5EF4-FFF2-40B4-BE49-F238E27FC236}">
                      <a16:creationId xmlns:a16="http://schemas.microsoft.com/office/drawing/2014/main" id="{B3C1286A-A92F-45A8-A144-C4EBF3B8BC1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45" name="Line 83">
                  <a:extLst>
                    <a:ext uri="{FF2B5EF4-FFF2-40B4-BE49-F238E27FC236}">
                      <a16:creationId xmlns:a16="http://schemas.microsoft.com/office/drawing/2014/main" id="{31993490-8FCD-4048-A2E8-0A217FF6561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46" name="Line 86">
                  <a:extLst>
                    <a:ext uri="{FF2B5EF4-FFF2-40B4-BE49-F238E27FC236}">
                      <a16:creationId xmlns:a16="http://schemas.microsoft.com/office/drawing/2014/main" id="{33AF3440-700A-44B0-A0D1-1E6301F187D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47" name="Line 89">
                  <a:extLst>
                    <a:ext uri="{FF2B5EF4-FFF2-40B4-BE49-F238E27FC236}">
                      <a16:creationId xmlns:a16="http://schemas.microsoft.com/office/drawing/2014/main" id="{F17E7CAB-5E29-47AC-91E8-B488D357FB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D713AE0B-3A03-4CCB-B15E-CAF75D8558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94CC0330-760F-4B4E-BE37-D345B5B2E8E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22" name="Straight Connector 21">
                  <a:extLst>
                    <a:ext uri="{FF2B5EF4-FFF2-40B4-BE49-F238E27FC236}">
                      <a16:creationId xmlns:a16="http://schemas.microsoft.com/office/drawing/2014/main" id="{8B6C8306-3715-4107-BA99-68EB308CA19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5A4B3797-F2A4-43E3-B8F8-8BC4B0FBDE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Rectangle 30">
                  <a:extLst>
                    <a:ext uri="{FF2B5EF4-FFF2-40B4-BE49-F238E27FC236}">
                      <a16:creationId xmlns:a16="http://schemas.microsoft.com/office/drawing/2014/main" id="{BB27766D-84D5-4D02-AE36-3149427B229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  <p:sp>
              <p:nvSpPr>
                <p:cNvPr id="25" name="Rectangle 30">
                  <a:extLst>
                    <a:ext uri="{FF2B5EF4-FFF2-40B4-BE49-F238E27FC236}">
                      <a16:creationId xmlns:a16="http://schemas.microsoft.com/office/drawing/2014/main" id="{8F1C8A62-8495-422A-9A73-9C59C603F62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B1CEBFBC-BC6E-4C5F-BEC4-DD2079D8E2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20" name="Freeform: Shape 19">
                  <a:extLst>
                    <a:ext uri="{FF2B5EF4-FFF2-40B4-BE49-F238E27FC236}">
                      <a16:creationId xmlns:a16="http://schemas.microsoft.com/office/drawing/2014/main" id="{969A298F-AA6C-4139-992B-E27C0854615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972AA363-33A2-4979-9DE5-9FA8ACADE0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3822750-6B8C-4F83-9CAD-F924EF4937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58523E1A-71CD-4B09-A4F4-07F86003B4A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15" name="Freeform 68">
                  <a:extLst>
                    <a:ext uri="{FF2B5EF4-FFF2-40B4-BE49-F238E27FC236}">
                      <a16:creationId xmlns:a16="http://schemas.microsoft.com/office/drawing/2014/main" id="{169972B1-6443-4F74-80F9-BB4943CD302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6" name="Freeform 69">
                  <a:extLst>
                    <a:ext uri="{FF2B5EF4-FFF2-40B4-BE49-F238E27FC236}">
                      <a16:creationId xmlns:a16="http://schemas.microsoft.com/office/drawing/2014/main" id="{EB69F32F-40CA-458E-B833-E909ADFDD93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7" name="Line 70">
                  <a:extLst>
                    <a:ext uri="{FF2B5EF4-FFF2-40B4-BE49-F238E27FC236}">
                      <a16:creationId xmlns:a16="http://schemas.microsoft.com/office/drawing/2014/main" id="{5B2FEC36-803B-49C9-8313-D558457B25A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178F1E3-F49B-4E7A-BA5C-B2BFD9A636E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12" name="Freeform 68">
                  <a:extLst>
                    <a:ext uri="{FF2B5EF4-FFF2-40B4-BE49-F238E27FC236}">
                      <a16:creationId xmlns:a16="http://schemas.microsoft.com/office/drawing/2014/main" id="{9F18055A-6D8B-4373-A010-59AE8C8138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" name="Freeform 69">
                  <a:extLst>
                    <a:ext uri="{FF2B5EF4-FFF2-40B4-BE49-F238E27FC236}">
                      <a16:creationId xmlns:a16="http://schemas.microsoft.com/office/drawing/2014/main" id="{2612E838-0F14-4DE7-AD23-6A83078511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4" name="Line 70">
                  <a:extLst>
                    <a:ext uri="{FF2B5EF4-FFF2-40B4-BE49-F238E27FC236}">
                      <a16:creationId xmlns:a16="http://schemas.microsoft.com/office/drawing/2014/main" id="{AF3F8EED-B567-43E0-8B31-5A5E7AFB2DA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</p:grpSp>
      <p:grpSp>
        <p:nvGrpSpPr>
          <p:cNvPr id="48" name="Group 47" hidden="1">
            <a:extLst>
              <a:ext uri="{FF2B5EF4-FFF2-40B4-BE49-F238E27FC236}">
                <a16:creationId xmlns:a16="http://schemas.microsoft.com/office/drawing/2014/main" id="{952B8C31-9649-4E69-B31C-D77394EE2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153659" y="716800"/>
            <a:ext cx="3838575" cy="5583025"/>
            <a:chOff x="199766" y="716800"/>
            <a:chExt cx="3838575" cy="5583025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69D1249-EDCC-41AC-BA08-E670FB4E3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890329" y="26237"/>
              <a:ext cx="2457450" cy="3838575"/>
              <a:chOff x="587376" y="280988"/>
              <a:chExt cx="2457450" cy="3838575"/>
            </a:xfrm>
          </p:grpSpPr>
          <p:sp>
            <p:nvSpPr>
              <p:cNvPr id="68" name="Freeform 64">
                <a:extLst>
                  <a:ext uri="{FF2B5EF4-FFF2-40B4-BE49-F238E27FC236}">
                    <a16:creationId xmlns:a16="http://schemas.microsoft.com/office/drawing/2014/main" id="{EA5EA6EB-846A-4897-AE83-5BDD96A4F2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443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69" name="Freeform 81">
                <a:extLst>
                  <a:ext uri="{FF2B5EF4-FFF2-40B4-BE49-F238E27FC236}">
                    <a16:creationId xmlns:a16="http://schemas.microsoft.com/office/drawing/2014/main" id="{185EF0DB-BE87-4CDD-823B-E6651137974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205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0" name="Freeform 61">
                <a:extLst>
                  <a:ext uri="{FF2B5EF4-FFF2-40B4-BE49-F238E27FC236}">
                    <a16:creationId xmlns:a16="http://schemas.microsoft.com/office/drawing/2014/main" id="{9AC9E234-4400-46EB-92D7-9B53A68B91A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443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1" name="Freeform 78">
                <a:extLst>
                  <a:ext uri="{FF2B5EF4-FFF2-40B4-BE49-F238E27FC236}">
                    <a16:creationId xmlns:a16="http://schemas.microsoft.com/office/drawing/2014/main" id="{A0C06F74-3085-4BB3-9758-D9741597592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205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2" name="Freeform 84">
                <a:extLst>
                  <a:ext uri="{FF2B5EF4-FFF2-40B4-BE49-F238E27FC236}">
                    <a16:creationId xmlns:a16="http://schemas.microsoft.com/office/drawing/2014/main" id="{9EA54D9F-32B0-4B48-B93A-B5A9E3DC6B8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967038"/>
                <a:ext cx="1228725" cy="790575"/>
              </a:xfrm>
              <a:custGeom>
                <a:avLst/>
                <a:gdLst>
                  <a:gd name="T0" fmla="*/ 95 w 258"/>
                  <a:gd name="T1" fmla="*/ 132 h 166"/>
                  <a:gd name="T2" fmla="*/ 258 w 258"/>
                  <a:gd name="T3" fmla="*/ 149 h 166"/>
                  <a:gd name="T4" fmla="*/ 0 w 258"/>
                  <a:gd name="T5" fmla="*/ 0 h 166"/>
                  <a:gd name="T6" fmla="*/ 95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95" y="132"/>
                    </a:moveTo>
                    <a:cubicBezTo>
                      <a:pt x="147" y="162"/>
                      <a:pt x="206" y="166"/>
                      <a:pt x="258" y="14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1" y="54"/>
                      <a:pt x="44" y="102"/>
                      <a:pt x="95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3" name="Freeform 87">
                <a:extLst>
                  <a:ext uri="{FF2B5EF4-FFF2-40B4-BE49-F238E27FC236}">
                    <a16:creationId xmlns:a16="http://schemas.microsoft.com/office/drawing/2014/main" id="{3858A715-B583-4779-A1D2-86822F2CB8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967038"/>
                <a:ext cx="1228725" cy="790575"/>
              </a:xfrm>
              <a:custGeom>
                <a:avLst/>
                <a:gdLst>
                  <a:gd name="T0" fmla="*/ 162 w 258"/>
                  <a:gd name="T1" fmla="*/ 132 h 166"/>
                  <a:gd name="T2" fmla="*/ 258 w 258"/>
                  <a:gd name="T3" fmla="*/ 0 h 166"/>
                  <a:gd name="T4" fmla="*/ 0 w 258"/>
                  <a:gd name="T5" fmla="*/ 149 h 166"/>
                  <a:gd name="T6" fmla="*/ 162 w 258"/>
                  <a:gd name="T7" fmla="*/ 132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162" y="132"/>
                    </a:moveTo>
                    <a:cubicBezTo>
                      <a:pt x="214" y="102"/>
                      <a:pt x="247" y="54"/>
                      <a:pt x="258" y="0"/>
                    </a:cubicBezTo>
                    <a:cubicBezTo>
                      <a:pt x="0" y="149"/>
                      <a:pt x="0" y="149"/>
                      <a:pt x="0" y="149"/>
                    </a:cubicBezTo>
                    <a:cubicBezTo>
                      <a:pt x="52" y="166"/>
                      <a:pt x="111" y="162"/>
                      <a:pt x="162" y="132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4" name="Freeform 60">
                <a:extLst>
                  <a:ext uri="{FF2B5EF4-FFF2-40B4-BE49-F238E27FC236}">
                    <a16:creationId xmlns:a16="http://schemas.microsoft.com/office/drawing/2014/main" id="{ECAE61B9-0396-4F89-85E9-EB174D639AF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0988"/>
                <a:ext cx="319088" cy="1419225"/>
              </a:xfrm>
              <a:custGeom>
                <a:avLst/>
                <a:gdLst>
                  <a:gd name="T0" fmla="*/ 0 w 67"/>
                  <a:gd name="T1" fmla="*/ 0 h 298"/>
                  <a:gd name="T2" fmla="*/ 0 w 67"/>
                  <a:gd name="T3" fmla="*/ 298 h 298"/>
                  <a:gd name="T4" fmla="*/ 67 w 67"/>
                  <a:gd name="T5" fmla="*/ 149 h 298"/>
                  <a:gd name="T6" fmla="*/ 0 w 67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7" y="208"/>
                      <a:pt x="67" y="149"/>
                    </a:cubicBezTo>
                    <a:cubicBezTo>
                      <a:pt x="67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5" name="Freeform 59">
                <a:extLst>
                  <a:ext uri="{FF2B5EF4-FFF2-40B4-BE49-F238E27FC236}">
                    <a16:creationId xmlns:a16="http://schemas.microsoft.com/office/drawing/2014/main" id="{46E4F030-726A-40ED-810F-C9F23791830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497013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6" name="Freeform 62">
                <a:extLst>
                  <a:ext uri="{FF2B5EF4-FFF2-40B4-BE49-F238E27FC236}">
                    <a16:creationId xmlns:a16="http://schemas.microsoft.com/office/drawing/2014/main" id="{B3148C64-AE70-4F9D-B6CE-5C92B9922B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1390651"/>
                <a:ext cx="1228725" cy="761999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7" name="Freeform 65">
                <a:extLst>
                  <a:ext uri="{FF2B5EF4-FFF2-40B4-BE49-F238E27FC236}">
                    <a16:creationId xmlns:a16="http://schemas.microsoft.com/office/drawing/2014/main" id="{78C97992-BC56-40D7-A639-3D314871C8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1362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0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8" name="Freeform 79">
                <a:extLst>
                  <a:ext uri="{FF2B5EF4-FFF2-40B4-BE49-F238E27FC236}">
                    <a16:creationId xmlns:a16="http://schemas.microsoft.com/office/drawing/2014/main" id="{469CAD99-0EFE-4B8E-922B-0C2BCFFD5D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124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79" name="Freeform 82">
                <a:extLst>
                  <a:ext uri="{FF2B5EF4-FFF2-40B4-BE49-F238E27FC236}">
                    <a16:creationId xmlns:a16="http://schemas.microsoft.com/office/drawing/2014/main" id="{1D00B441-E5A3-4411-9B05-8E09BFF62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124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80" name="Freeform 85">
                <a:extLst>
                  <a:ext uri="{FF2B5EF4-FFF2-40B4-BE49-F238E27FC236}">
                    <a16:creationId xmlns:a16="http://schemas.microsoft.com/office/drawing/2014/main" id="{3FFE4E0B-A703-4655-B55F-44B3A3902FF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587376" y="2886075"/>
                <a:ext cx="1228725" cy="790575"/>
              </a:xfrm>
              <a:custGeom>
                <a:avLst/>
                <a:gdLst>
                  <a:gd name="T0" fmla="*/ 0 w 258"/>
                  <a:gd name="T1" fmla="*/ 17 h 166"/>
                  <a:gd name="T2" fmla="*/ 258 w 258"/>
                  <a:gd name="T3" fmla="*/ 166 h 166"/>
                  <a:gd name="T4" fmla="*/ 162 w 258"/>
                  <a:gd name="T5" fmla="*/ 34 h 166"/>
                  <a:gd name="T6" fmla="*/ 0 w 258"/>
                  <a:gd name="T7" fmla="*/ 17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7"/>
                    </a:moveTo>
                    <a:cubicBezTo>
                      <a:pt x="258" y="166"/>
                      <a:pt x="258" y="166"/>
                      <a:pt x="258" y="166"/>
                    </a:cubicBezTo>
                    <a:cubicBezTo>
                      <a:pt x="247" y="112"/>
                      <a:pt x="213" y="63"/>
                      <a:pt x="162" y="34"/>
                    </a:cubicBezTo>
                    <a:cubicBezTo>
                      <a:pt x="111" y="4"/>
                      <a:pt x="52" y="0"/>
                      <a:pt x="0" y="17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81" name="Freeform 88">
                <a:extLst>
                  <a:ext uri="{FF2B5EF4-FFF2-40B4-BE49-F238E27FC236}">
                    <a16:creationId xmlns:a16="http://schemas.microsoft.com/office/drawing/2014/main" id="{F19632C2-B953-4CD1-9EAA-5C1FEA3EFD8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1816101" y="2886075"/>
                <a:ext cx="1228725" cy="790575"/>
              </a:xfrm>
              <a:custGeom>
                <a:avLst/>
                <a:gdLst>
                  <a:gd name="T0" fmla="*/ 0 w 258"/>
                  <a:gd name="T1" fmla="*/ 166 h 166"/>
                  <a:gd name="T2" fmla="*/ 258 w 258"/>
                  <a:gd name="T3" fmla="*/ 17 h 166"/>
                  <a:gd name="T4" fmla="*/ 96 w 258"/>
                  <a:gd name="T5" fmla="*/ 34 h 166"/>
                  <a:gd name="T6" fmla="*/ 0 w 258"/>
                  <a:gd name="T7" fmla="*/ 166 h 1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8" h="166">
                    <a:moveTo>
                      <a:pt x="0" y="166"/>
                    </a:moveTo>
                    <a:cubicBezTo>
                      <a:pt x="258" y="17"/>
                      <a:pt x="258" y="17"/>
                      <a:pt x="258" y="17"/>
                    </a:cubicBezTo>
                    <a:cubicBezTo>
                      <a:pt x="206" y="0"/>
                      <a:pt x="147" y="4"/>
                      <a:pt x="96" y="34"/>
                    </a:cubicBezTo>
                    <a:cubicBezTo>
                      <a:pt x="44" y="63"/>
                      <a:pt x="11" y="112"/>
                      <a:pt x="0" y="166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08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grpSp>
            <p:nvGrpSpPr>
              <p:cNvPr id="82" name="Group 81">
                <a:extLst>
                  <a:ext uri="{FF2B5EF4-FFF2-40B4-BE49-F238E27FC236}">
                    <a16:creationId xmlns:a16="http://schemas.microsoft.com/office/drawing/2014/main" id="{DBDC3951-9E4C-4062-9B43-3038D9058A6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87376" y="280988"/>
                <a:ext cx="2457450" cy="3838575"/>
                <a:chOff x="587376" y="280988"/>
                <a:chExt cx="2457450" cy="3838575"/>
              </a:xfrm>
            </p:grpSpPr>
            <p:sp>
              <p:nvSpPr>
                <p:cNvPr id="83" name="Line 63">
                  <a:extLst>
                    <a:ext uri="{FF2B5EF4-FFF2-40B4-BE49-F238E27FC236}">
                      <a16:creationId xmlns:a16="http://schemas.microsoft.com/office/drawing/2014/main" id="{2764EF0E-A104-46C9-B242-778009E49ED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84" name="Line 66">
                  <a:extLst>
                    <a:ext uri="{FF2B5EF4-FFF2-40B4-BE49-F238E27FC236}">
                      <a16:creationId xmlns:a16="http://schemas.microsoft.com/office/drawing/2014/main" id="{D0A8B652-41E0-456C-9C9F-1F0EC008914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1443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85" name="Line 67">
                  <a:extLst>
                    <a:ext uri="{FF2B5EF4-FFF2-40B4-BE49-F238E27FC236}">
                      <a16:creationId xmlns:a16="http://schemas.microsoft.com/office/drawing/2014/main" id="{802E547A-C876-460C-B6A4-BCE8D39DA0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80988"/>
                  <a:ext cx="0" cy="3838575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86" name="Line 80">
                  <a:extLst>
                    <a:ext uri="{FF2B5EF4-FFF2-40B4-BE49-F238E27FC236}">
                      <a16:creationId xmlns:a16="http://schemas.microsoft.com/office/drawing/2014/main" id="{00363E6C-7B8D-4E1D-A93E-E73306E130D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87" name="Line 83">
                  <a:extLst>
                    <a:ext uri="{FF2B5EF4-FFF2-40B4-BE49-F238E27FC236}">
                      <a16:creationId xmlns:a16="http://schemas.microsoft.com/office/drawing/2014/main" id="{206E174F-B8D0-4FFD-A1B5-56BFC5CCE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205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88" name="Line 86">
                  <a:extLst>
                    <a:ext uri="{FF2B5EF4-FFF2-40B4-BE49-F238E27FC236}">
                      <a16:creationId xmlns:a16="http://schemas.microsoft.com/office/drawing/2014/main" id="{3A10191E-76B5-4841-B32D-0DF6EAB639B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89" name="Line 89">
                  <a:extLst>
                    <a:ext uri="{FF2B5EF4-FFF2-40B4-BE49-F238E27FC236}">
                      <a16:creationId xmlns:a16="http://schemas.microsoft.com/office/drawing/2014/main" id="{CF67EF0B-5FE7-4D99-8B38-95B1706F07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1816101" y="2967038"/>
                  <a:ext cx="1228725" cy="709613"/>
                </a:xfrm>
                <a:prstGeom prst="line">
                  <a:avLst/>
                </a:prstGeom>
                <a:noFill/>
                <a:ln w="12700" cap="rnd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0B39CF0F-2997-4D96-8F17-211C97D87D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3500000">
              <a:off x="480743" y="3311698"/>
              <a:ext cx="1785984" cy="2211229"/>
              <a:chOff x="3125006" y="3171595"/>
              <a:chExt cx="1785984" cy="2211229"/>
            </a:xfrm>
          </p:grpSpPr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408937D-7FFE-4D6C-AF79-1F60035CC7C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4" name="Straight Connector 63">
                  <a:extLst>
                    <a:ext uri="{FF2B5EF4-FFF2-40B4-BE49-F238E27FC236}">
                      <a16:creationId xmlns:a16="http://schemas.microsoft.com/office/drawing/2014/main" id="{749AA60A-BD5D-4647-AE8A-DF411C654B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>
                  <a:extLst>
                    <a:ext uri="{FF2B5EF4-FFF2-40B4-BE49-F238E27FC236}">
                      <a16:creationId xmlns:a16="http://schemas.microsoft.com/office/drawing/2014/main" id="{3F335D2B-768D-4700-A35C-F54A7BD3525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Grp="1" noRot="1" noChangeAspect="1" noMove="1" noResize="1" noEditPoints="1" noAdjustHandles="1" noChangeArrowheads="1" noChangeShapeType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Rectangle 30">
                  <a:extLst>
                    <a:ext uri="{FF2B5EF4-FFF2-40B4-BE49-F238E27FC236}">
                      <a16:creationId xmlns:a16="http://schemas.microsoft.com/office/drawing/2014/main" id="{B6F1EDEE-EDB1-4759-9339-8F60B631A31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  <p:sp>
              <p:nvSpPr>
                <p:cNvPr id="67" name="Rectangle 30">
                  <a:extLst>
                    <a:ext uri="{FF2B5EF4-FFF2-40B4-BE49-F238E27FC236}">
                      <a16:creationId xmlns:a16="http://schemas.microsoft.com/office/drawing/2014/main" id="{305D4D3B-BD5E-44BE-BE6A-4C91845930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rtl="0"/>
                  <a:endParaRPr lang="en-US" dirty="0"/>
                </a:p>
              </p:txBody>
            </p:sp>
          </p:grpSp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30748E9E-1F8D-4FB9-89D6-F5B35B5049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62" name="Freeform: Shape 61">
                  <a:extLst>
                    <a:ext uri="{FF2B5EF4-FFF2-40B4-BE49-F238E27FC236}">
                      <a16:creationId xmlns:a16="http://schemas.microsoft.com/office/drawing/2014/main" id="{B56CFFBA-D942-451F-B4E0-133DEA264B0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" name="Freeform: Shape 62">
                  <a:extLst>
                    <a:ext uri="{FF2B5EF4-FFF2-40B4-BE49-F238E27FC236}">
                      <a16:creationId xmlns:a16="http://schemas.microsoft.com/office/drawing/2014/main" id="{1B25F38B-03B2-435D-82ED-142D2AB4D19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E1A0A593-F414-4B02-A355-AC7A50A7E0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Grp="1" noUngrp="1" noRot="1" noChangeAspect="1" noMove="1" noResize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555957" y="5230097"/>
              <a:ext cx="641183" cy="1069728"/>
              <a:chOff x="6484112" y="2967038"/>
              <a:chExt cx="641183" cy="106972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1BA06E81-194E-43F2-B418-BF8101EAAE2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6808136" y="2967038"/>
                <a:ext cx="317159" cy="932400"/>
                <a:chOff x="6808136" y="2967038"/>
                <a:chExt cx="317159" cy="932400"/>
              </a:xfrm>
            </p:grpSpPr>
            <p:sp>
              <p:nvSpPr>
                <p:cNvPr id="57" name="Freeform 68">
                  <a:extLst>
                    <a:ext uri="{FF2B5EF4-FFF2-40B4-BE49-F238E27FC236}">
                      <a16:creationId xmlns:a16="http://schemas.microsoft.com/office/drawing/2014/main" id="{ABE6BF78-8FF2-4595-9072-48ACEBE207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58" name="Freeform 69">
                  <a:extLst>
                    <a:ext uri="{FF2B5EF4-FFF2-40B4-BE49-F238E27FC236}">
                      <a16:creationId xmlns:a16="http://schemas.microsoft.com/office/drawing/2014/main" id="{E182745B-1C12-49AC-97AD-501D806E9F6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59" name="Line 70">
                  <a:extLst>
                    <a:ext uri="{FF2B5EF4-FFF2-40B4-BE49-F238E27FC236}">
                      <a16:creationId xmlns:a16="http://schemas.microsoft.com/office/drawing/2014/main" id="{56B38515-A1C4-46D9-AEC6-E55E1CB7330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  <p:grpSp>
            <p:nvGrpSpPr>
              <p:cNvPr id="53" name="Group 52">
                <a:extLst>
                  <a:ext uri="{FF2B5EF4-FFF2-40B4-BE49-F238E27FC236}">
                    <a16:creationId xmlns:a16="http://schemas.microsoft.com/office/drawing/2014/main" id="{C9A4424F-2DA0-4E5A-9291-0A5FCE55751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Grp="1" noUngrp="1" noRot="1" noChangeAspect="1" noMove="1" noResize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484112" y="3104366"/>
                <a:ext cx="317159" cy="932400"/>
                <a:chOff x="6808136" y="2967038"/>
                <a:chExt cx="317159" cy="932400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8609BA22-8E70-41AA-BACA-C9F8A789B2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808136" y="2967038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C2F49FC5-EFC3-4A02-9782-EC06564A94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967908" y="2967038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56" name="Line 70">
                  <a:extLst>
                    <a:ext uri="{FF2B5EF4-FFF2-40B4-BE49-F238E27FC236}">
                      <a16:creationId xmlns:a16="http://schemas.microsoft.com/office/drawing/2014/main" id="{782187F0-090B-4C65-B604-5DD33B4FF2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Grp="1" noRot="1" noChangeAspect="1" noMove="1" noResize="1" noEditPoints="1" noAdjustHandles="1" noChangeArrowheads="1" noChangeShapeType="1" noTextEdi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967908" y="2967038"/>
                  <a:ext cx="0" cy="9324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</p:grp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26000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438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7C0FA93-7C0D-4CC0-BB42-DF569688E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2058573"/>
          </a:xfrm>
        </p:spPr>
        <p:txBody>
          <a:bodyPr rtlCol="0">
            <a:noAutofit/>
          </a:bodyPr>
          <a:lstStyle>
            <a:lvl1pPr algn="ctr"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20" name="Subtitle 7">
            <a:extLst>
              <a:ext uri="{FF2B5EF4-FFF2-40B4-BE49-F238E27FC236}">
                <a16:creationId xmlns:a16="http://schemas.microsoft.com/office/drawing/2014/main" id="{C2777538-58E6-494C-A27B-B70346B0F39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000" y="4248000"/>
            <a:ext cx="4075200" cy="1520975"/>
          </a:xfrm>
        </p:spPr>
        <p:txBody>
          <a:bodyPr rtlCol="0">
            <a:normAutofit/>
          </a:bodyPr>
          <a:lstStyle>
            <a:lvl1pPr marL="0" indent="0" algn="ctr">
              <a:buNone/>
              <a:defRPr/>
            </a:lvl1pPr>
          </a:lstStyle>
          <a:p>
            <a:pPr rtl="0"/>
            <a:r>
              <a:rPr lang="en-GB" noProof="0"/>
              <a:t>Subtitle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C9D32952-2D0C-4A3E-9354-E014C71789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54800" y="563563"/>
            <a:ext cx="4995863" cy="2706687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92FA415D-7F98-4C81-A18F-A114BF021CC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654800" y="3587750"/>
            <a:ext cx="4995863" cy="2698750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grpSp>
        <p:nvGrpSpPr>
          <p:cNvPr id="6" name="Group 5" hidden="1">
            <a:extLst>
              <a:ext uri="{FF2B5EF4-FFF2-40B4-BE49-F238E27FC236}">
                <a16:creationId xmlns:a16="http://schemas.microsoft.com/office/drawing/2014/main" id="{36D3DA45-FD99-405B-8BF9-260DD97C0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919525" y="2840038"/>
            <a:ext cx="2216150" cy="1177924"/>
            <a:chOff x="4987925" y="2840038"/>
            <a:chExt cx="2216150" cy="1177924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5C2A03C-F372-4C6D-929D-FD97AD43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987925" y="2840038"/>
              <a:ext cx="2216150" cy="1177924"/>
            </a:xfrm>
            <a:prstGeom prst="rect">
              <a:avLst/>
            </a:prstGeom>
            <a:solidFill>
              <a:schemeClr val="bg2">
                <a:alpha val="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en-US" dirty="0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8FEDBB3-0BD6-41BC-BB57-9FEC2E96C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720702" y="2912637"/>
              <a:ext cx="1080000" cy="1080000"/>
              <a:chOff x="6879023" y="2912637"/>
              <a:chExt cx="1080000" cy="108000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7D12B81D-3F14-4DA1-BECA-669824832A0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60443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4" name="Freeform 68">
                  <a:extLst>
                    <a:ext uri="{FF2B5EF4-FFF2-40B4-BE49-F238E27FC236}">
                      <a16:creationId xmlns:a16="http://schemas.microsoft.com/office/drawing/2014/main" id="{EA11E57D-88DD-4899-907A-2A5772002F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5" name="Freeform 69">
                  <a:extLst>
                    <a:ext uri="{FF2B5EF4-FFF2-40B4-BE49-F238E27FC236}">
                      <a16:creationId xmlns:a16="http://schemas.microsoft.com/office/drawing/2014/main" id="{7A5AEE18-30A4-4777-975F-02D107A171B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6" name="Line 70">
                  <a:extLst>
                    <a:ext uri="{FF2B5EF4-FFF2-40B4-BE49-F238E27FC236}">
                      <a16:creationId xmlns:a16="http://schemas.microsoft.com/office/drawing/2014/main" id="{39EA21FB-AE36-478E-9770-CB842814390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C45D5C4-2D3A-4F84-BED1-D9B75234B0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18900000" flipH="1">
                <a:off x="6916369" y="2912637"/>
                <a:ext cx="317159" cy="1080000"/>
                <a:chOff x="4799744" y="2905614"/>
                <a:chExt cx="317159" cy="1080000"/>
              </a:xfrm>
            </p:grpSpPr>
            <p:sp>
              <p:nvSpPr>
                <p:cNvPr id="11" name="Freeform 68">
                  <a:extLst>
                    <a:ext uri="{FF2B5EF4-FFF2-40B4-BE49-F238E27FC236}">
                      <a16:creationId xmlns:a16="http://schemas.microsoft.com/office/drawing/2014/main" id="{259762E8-7432-4501-9FE5-92B04D37C76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799744" y="2905614"/>
                  <a:ext cx="159772" cy="710627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2" name="Freeform 69">
                  <a:extLst>
                    <a:ext uri="{FF2B5EF4-FFF2-40B4-BE49-F238E27FC236}">
                      <a16:creationId xmlns:a16="http://schemas.microsoft.com/office/drawing/2014/main" id="{FF91FD3E-0148-4B50-8906-7D9CD382A35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4959516" y="2905614"/>
                  <a:ext cx="157387" cy="710627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" name="Line 70">
                  <a:extLst>
                    <a:ext uri="{FF2B5EF4-FFF2-40B4-BE49-F238E27FC236}">
                      <a16:creationId xmlns:a16="http://schemas.microsoft.com/office/drawing/2014/main" id="{506FA1AD-488A-4FD4-A79F-4343698EA73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ShapeType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4959516" y="2905614"/>
                  <a:ext cx="0" cy="1080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38724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F2BD96E-3838-45D2-9031-D3AF67C920A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72053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595"/>
            <a:ext cx="10515600" cy="4154488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FF2BD96E-3838-45D2-9031-D3AF67C920A5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637256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24726" y="4217899"/>
            <a:ext cx="4079874" cy="1132373"/>
          </a:xfrm>
        </p:spPr>
        <p:txBody>
          <a:bodyPr rtlCol="0" anchor="t">
            <a:noAutofit/>
          </a:bodyPr>
          <a:lstStyle>
            <a:lvl1pPr algn="ctr">
              <a:defRPr sz="3200"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324726" y="1541995"/>
            <a:ext cx="4079874" cy="2457819"/>
          </a:xfrm>
        </p:spPr>
        <p:txBody>
          <a:bodyPr rtlCol="0" anchor="b">
            <a:normAutofit/>
          </a:bodyPr>
          <a:lstStyle>
            <a:lvl1pPr marL="0" indent="0" algn="ctr">
              <a:lnSpc>
                <a:spcPct val="125000"/>
              </a:lnSpc>
              <a:buNone/>
              <a:defRPr sz="32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GB" noProof="0"/>
              <a:t>Click to edit Master subtitle style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E0B6C055-B48A-412B-88B0-737289AC0BD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9750" y="536575"/>
            <a:ext cx="2366963" cy="2760663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4" name="Picture Placeholder 42">
            <a:extLst>
              <a:ext uri="{FF2B5EF4-FFF2-40B4-BE49-F238E27FC236}">
                <a16:creationId xmlns:a16="http://schemas.microsoft.com/office/drawing/2014/main" id="{AE13F241-D0A7-491D-81D3-CB645029149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4887" y="543842"/>
            <a:ext cx="2366963" cy="2760663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DC189B8E-5A5B-400F-8F5F-63F61759E08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39642" y="3563566"/>
            <a:ext cx="2366963" cy="2760663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47" name="Picture Placeholder 42">
            <a:extLst>
              <a:ext uri="{FF2B5EF4-FFF2-40B4-BE49-F238E27FC236}">
                <a16:creationId xmlns:a16="http://schemas.microsoft.com/office/drawing/2014/main" id="{07055732-D9B3-42AF-9ADA-0D1F8DC2D5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174779" y="3570833"/>
            <a:ext cx="2366963" cy="2760663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8" name="Date Placeholder 47">
            <a:extLst>
              <a:ext uri="{FF2B5EF4-FFF2-40B4-BE49-F238E27FC236}">
                <a16:creationId xmlns:a16="http://schemas.microsoft.com/office/drawing/2014/main" id="{5B51C357-082C-45A5-80C8-69FD4B94D329}"/>
              </a:ext>
            </a:extLst>
          </p:cNvPr>
          <p:cNvSpPr txBox="1">
            <a:spLocks/>
          </p:cNvSpPr>
          <p:nvPr userDrawn="1"/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 cap="all" spc="2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GB" noProof="0"/>
              <a:t>20XX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7ED9792-4CB9-419E-9961-050A9E00E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096000" y="540000"/>
            <a:ext cx="0" cy="577800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 hidden="1">
            <a:extLst>
              <a:ext uri="{FF2B5EF4-FFF2-40B4-BE49-F238E27FC236}">
                <a16:creationId xmlns:a16="http://schemas.microsoft.com/office/drawing/2014/main" id="{E1EC9E08-1228-4409-88CC-9D1927E839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8100000" flipH="1">
            <a:off x="6674373" y="402322"/>
            <a:ext cx="641184" cy="1069728"/>
            <a:chOff x="6484111" y="2967038"/>
            <a:chExt cx="641184" cy="106972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A892AB7-AE89-4F73-AE0D-3503473E251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25" name="Freeform 68">
                <a:extLst>
                  <a:ext uri="{FF2B5EF4-FFF2-40B4-BE49-F238E27FC236}">
                    <a16:creationId xmlns:a16="http://schemas.microsoft.com/office/drawing/2014/main" id="{734AFAA3-AA68-425A-834B-00F9D3690B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26" name="Freeform 69">
                <a:extLst>
                  <a:ext uri="{FF2B5EF4-FFF2-40B4-BE49-F238E27FC236}">
                    <a16:creationId xmlns:a16="http://schemas.microsoft.com/office/drawing/2014/main" id="{36ED0F24-8619-4AED-A07A-D075DF2AF2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27" name="Line 70">
                <a:extLst>
                  <a:ext uri="{FF2B5EF4-FFF2-40B4-BE49-F238E27FC236}">
                    <a16:creationId xmlns:a16="http://schemas.microsoft.com/office/drawing/2014/main" id="{21E04150-0D06-4DFB-A73B-66DED0A5CF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A3C053E-6843-4D44-A64D-A37FD38410B0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22" name="Freeform 68">
                <a:extLst>
                  <a:ext uri="{FF2B5EF4-FFF2-40B4-BE49-F238E27FC236}">
                    <a16:creationId xmlns:a16="http://schemas.microsoft.com/office/drawing/2014/main" id="{A84DD506-3B91-4CE4-AE62-8E2FCA17D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23" name="Freeform 69">
                <a:extLst>
                  <a:ext uri="{FF2B5EF4-FFF2-40B4-BE49-F238E27FC236}">
                    <a16:creationId xmlns:a16="http://schemas.microsoft.com/office/drawing/2014/main" id="{18C6659C-7CBF-419E-B2AB-53A6FBB4F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24" name="Line 70">
                <a:extLst>
                  <a:ext uri="{FF2B5EF4-FFF2-40B4-BE49-F238E27FC236}">
                    <a16:creationId xmlns:a16="http://schemas.microsoft.com/office/drawing/2014/main" id="{C7B1B371-3EFF-4F0E-8B44-1A397B69DD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</p:grpSp>
      </p:grpSp>
      <p:sp>
        <p:nvSpPr>
          <p:cNvPr id="29" name="Footer Placeholder 48">
            <a:extLst>
              <a:ext uri="{FF2B5EF4-FFF2-40B4-BE49-F238E27FC236}">
                <a16:creationId xmlns:a16="http://schemas.microsoft.com/office/drawing/2014/main" id="{B217CCF8-D1B0-4B96-AF9D-78BFAEE6D77D}"/>
              </a:ext>
            </a:extLst>
          </p:cNvPr>
          <p:cNvSpPr txBox="1">
            <a:spLocks/>
          </p:cNvSpPr>
          <p:nvPr userDrawn="1"/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 cap="all" spc="3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r>
              <a:rPr lang="en-GB" noProof="0"/>
              <a:t>Sample Footer Text</a:t>
            </a:r>
          </a:p>
        </p:txBody>
      </p:sp>
      <p:grpSp>
        <p:nvGrpSpPr>
          <p:cNvPr id="30" name="Group 29" hidden="1">
            <a:extLst>
              <a:ext uri="{FF2B5EF4-FFF2-40B4-BE49-F238E27FC236}">
                <a16:creationId xmlns:a16="http://schemas.microsoft.com/office/drawing/2014/main" id="{615108B9-F897-467F-809F-6A4A2AE7E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8900000" flipH="1">
            <a:off x="11020475" y="5368081"/>
            <a:ext cx="641184" cy="1069728"/>
            <a:chOff x="6484111" y="2967038"/>
            <a:chExt cx="641184" cy="1069728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6413051-FD79-4060-A702-60F38BF4A35C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36" name="Freeform 68">
                <a:extLst>
                  <a:ext uri="{FF2B5EF4-FFF2-40B4-BE49-F238E27FC236}">
                    <a16:creationId xmlns:a16="http://schemas.microsoft.com/office/drawing/2014/main" id="{B764F2D9-1B19-42EA-9AF0-6050DDABAA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7" name="Freeform 69">
                <a:extLst>
                  <a:ext uri="{FF2B5EF4-FFF2-40B4-BE49-F238E27FC236}">
                    <a16:creationId xmlns:a16="http://schemas.microsoft.com/office/drawing/2014/main" id="{557F4B3F-3926-4C1D-ABBF-B238098717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8" name="Line 70">
                <a:extLst>
                  <a:ext uri="{FF2B5EF4-FFF2-40B4-BE49-F238E27FC236}">
                    <a16:creationId xmlns:a16="http://schemas.microsoft.com/office/drawing/2014/main" id="{81E74331-4EEB-49F8-912F-1DF74636E7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88BEEF7-57D3-43D4-9EBA-6948ED40B433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33" name="Freeform 68">
                <a:extLst>
                  <a:ext uri="{FF2B5EF4-FFF2-40B4-BE49-F238E27FC236}">
                    <a16:creationId xmlns:a16="http://schemas.microsoft.com/office/drawing/2014/main" id="{0CD7B047-B489-4D5B-9C32-1BA667136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4" name="Freeform 69">
                <a:extLst>
                  <a:ext uri="{FF2B5EF4-FFF2-40B4-BE49-F238E27FC236}">
                    <a16:creationId xmlns:a16="http://schemas.microsoft.com/office/drawing/2014/main" id="{2B703141-C1B3-4AFF-991F-D77B298AE8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35" name="Line 70">
                <a:extLst>
                  <a:ext uri="{FF2B5EF4-FFF2-40B4-BE49-F238E27FC236}">
                    <a16:creationId xmlns:a16="http://schemas.microsoft.com/office/drawing/2014/main" id="{FEEBB32D-FA5C-432C-B55F-1F74A4D13F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</p:grpSp>
      </p:grpSp>
      <p:sp>
        <p:nvSpPr>
          <p:cNvPr id="39" name="Slide Number Placeholder 49">
            <a:extLst>
              <a:ext uri="{FF2B5EF4-FFF2-40B4-BE49-F238E27FC236}">
                <a16:creationId xmlns:a16="http://schemas.microsoft.com/office/drawing/2014/main" id="{FAE9A1BE-DDB9-4362-A4F6-BE1A07DBF6F1}"/>
              </a:ext>
            </a:extLst>
          </p:cNvPr>
          <p:cNvSpPr txBox="1">
            <a:spLocks/>
          </p:cNvSpPr>
          <p:nvPr userDrawn="1"/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 cap="all" spc="200" baseline="0">
                <a:solidFill>
                  <a:schemeClr val="tx1">
                    <a:alpha val="6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D39607A7-8386-47DB-8578-DDEDD194E5D4}" type="slidenum">
              <a:rPr lang="en-GB" noProof="0" smtClean="0"/>
              <a:pPr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283764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C50FC60-9736-40BD-8EF0-51BD0477167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66813" y="2479675"/>
            <a:ext cx="1587500" cy="2330450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7D564077-E600-44C8-B691-00C1C3ECC1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8885" y="2479675"/>
            <a:ext cx="1587500" cy="2330450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5EF6670B-24A6-4EC1-AB19-83414A6BFC8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02249" y="2479675"/>
            <a:ext cx="1587500" cy="2330450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DCE770BA-A562-4780-AEC9-94BC0C7C53F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4764" y="2479675"/>
            <a:ext cx="1587500" cy="2330450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C627DB31-AE80-40F1-A5C7-E1FBE1521BD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37688" y="2479675"/>
            <a:ext cx="1587500" cy="2330450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DA79604-04BA-44C3-8188-694F8E9C23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826000" y="1911592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 Placeholder 27">
            <a:extLst>
              <a:ext uri="{FF2B5EF4-FFF2-40B4-BE49-F238E27FC236}">
                <a16:creationId xmlns:a16="http://schemas.microsoft.com/office/drawing/2014/main" id="{325542BB-A1DE-421A-898F-007CCBCC104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66813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0" name="Text Placeholder 27">
            <a:extLst>
              <a:ext uri="{FF2B5EF4-FFF2-40B4-BE49-F238E27FC236}">
                <a16:creationId xmlns:a16="http://schemas.microsoft.com/office/drawing/2014/main" id="{95E87339-255E-4557-9768-A292ED25DB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66813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1" name="Text Placeholder 27">
            <a:extLst>
              <a:ext uri="{FF2B5EF4-FFF2-40B4-BE49-F238E27FC236}">
                <a16:creationId xmlns:a16="http://schemas.microsoft.com/office/drawing/2014/main" id="{969EC781-370F-41FC-AD76-0728B465E51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28885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50C960BB-D9A3-417D-87D9-E93363FB58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228885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3" name="Text Placeholder 27">
            <a:extLst>
              <a:ext uri="{FF2B5EF4-FFF2-40B4-BE49-F238E27FC236}">
                <a16:creationId xmlns:a16="http://schemas.microsoft.com/office/drawing/2014/main" id="{714B566C-453D-4E47-8BE0-2EF7145AD3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02249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8C9D423F-AE1B-476A-AC7E-F34CE6ABFA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02249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5" name="Text Placeholder 27">
            <a:extLst>
              <a:ext uri="{FF2B5EF4-FFF2-40B4-BE49-F238E27FC236}">
                <a16:creationId xmlns:a16="http://schemas.microsoft.com/office/drawing/2014/main" id="{F25DCDC4-ECAE-47AB-8ED3-07D8D33BF18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364765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6" name="Text Placeholder 27">
            <a:extLst>
              <a:ext uri="{FF2B5EF4-FFF2-40B4-BE49-F238E27FC236}">
                <a16:creationId xmlns:a16="http://schemas.microsoft.com/office/drawing/2014/main" id="{1A7D8398-681A-475F-9624-02EFB0099D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364765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7" name="Text Placeholder 27">
            <a:extLst>
              <a:ext uri="{FF2B5EF4-FFF2-40B4-BE49-F238E27FC236}">
                <a16:creationId xmlns:a16="http://schemas.microsoft.com/office/drawing/2014/main" id="{9692C358-06E1-468E-90F8-9F5F3918233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437688" y="5094555"/>
            <a:ext cx="1587499" cy="350292"/>
          </a:xfrm>
        </p:spPr>
        <p:txBody>
          <a:bodyPr rtlCol="0" anchor="ctr">
            <a:noAutofit/>
          </a:bodyPr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2167CC03-B865-47EB-83C3-CA5CDC584C0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37688" y="5371723"/>
            <a:ext cx="1587499" cy="350292"/>
          </a:xfrm>
        </p:spPr>
        <p:txBody>
          <a:bodyPr rtlCol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885303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2730545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418549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2971400" cy="661912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2971400" cy="3632750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10300" y="1756025"/>
            <a:ext cx="2971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10300" y="2450550"/>
            <a:ext cx="2971400" cy="3632750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5563541-7DAA-4F84-BBAB-31C12F6AE9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31200" y="1756025"/>
            <a:ext cx="2971400" cy="662400"/>
          </a:xfrm>
        </p:spPr>
        <p:txBody>
          <a:bodyPr rtlCol="0"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AE3321C3-E759-4DD7-BFA1-2E724B8DDBF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31200" y="2450550"/>
            <a:ext cx="2971400" cy="3632750"/>
          </a:xfrm>
        </p:spPr>
        <p:txBody>
          <a:bodyPr rtlCol="0">
            <a:no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36496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4910FDC-FCA3-4F39-AC3F-821172639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37" y="0"/>
            <a:ext cx="386715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noProof="0">
              <a:solidFill>
                <a:schemeClr val="bg1">
                  <a:alpha val="2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8001" y="536573"/>
            <a:ext cx="7424950" cy="145300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0F278F-99B1-49C2-968B-C983DF8121A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7063" y="536575"/>
            <a:ext cx="2616200" cy="1743075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07" name="Picture Placeholder 10">
            <a:extLst>
              <a:ext uri="{FF2B5EF4-FFF2-40B4-BE49-F238E27FC236}">
                <a16:creationId xmlns:a16="http://schemas.microsoft.com/office/drawing/2014/main" id="{524BD50E-995A-4DB3-8E0A-E7F1FC63693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853" y="2557090"/>
            <a:ext cx="2616200" cy="1743075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208" name="Picture Placeholder 10">
            <a:extLst>
              <a:ext uri="{FF2B5EF4-FFF2-40B4-BE49-F238E27FC236}">
                <a16:creationId xmlns:a16="http://schemas.microsoft.com/office/drawing/2014/main" id="{ABAB6489-3F37-4A20-8777-093046E5C82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7063" y="4576347"/>
            <a:ext cx="2616200" cy="1743075"/>
          </a:xfrm>
        </p:spPr>
        <p:txBody>
          <a:bodyPr rtlCol="0"/>
          <a:lstStyle/>
          <a:p>
            <a:pPr rtl="0"/>
            <a:r>
              <a:rPr lang="en-GB" noProof="0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2523157-52E2-4F89-B3C9-EA9FE7914BA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864100" y="2876550"/>
            <a:ext cx="6332538" cy="3219450"/>
          </a:xfrm>
        </p:spPr>
        <p:txBody>
          <a:bodyPr rtlCol="0">
            <a:normAutofit/>
          </a:bodyPr>
          <a:lstStyle>
            <a:lvl1pPr marL="0" indent="0" algn="ctr">
              <a:buNone/>
              <a:defRPr sz="1900"/>
            </a:lvl1pPr>
            <a:lvl2pPr marL="360000" indent="0" algn="ctr">
              <a:buFont typeface="Arial" panose="020B0604020202020204" pitchFamily="34" charset="0"/>
              <a:buNone/>
              <a:defRPr/>
            </a:lvl2pPr>
            <a:lvl3pPr marL="720000" indent="0" algn="ctr">
              <a:buNone/>
              <a:defRPr/>
            </a:lvl3pPr>
            <a:lvl4pPr marL="1080000" indent="0" algn="ctr">
              <a:buFont typeface="Arial" panose="020B0604020202020204" pitchFamily="34" charset="0"/>
              <a:buNone/>
              <a:defRPr/>
            </a:lvl4pPr>
            <a:lvl5pPr marL="1440000" indent="0" algn="ctr">
              <a:buNone/>
              <a:defRPr/>
            </a:lvl5pPr>
          </a:lstStyle>
          <a:p>
            <a:pPr lvl="0" rtl="0"/>
            <a:r>
              <a:rPr lang="en-GB" noProof="0"/>
              <a:t>Click to edit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8000" y="6357167"/>
            <a:ext cx="1760150" cy="461665"/>
          </a:xfrm>
        </p:spPr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56725" y="6357600"/>
            <a:ext cx="3347285" cy="460800"/>
          </a:xfrm>
        </p:spPr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7417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2167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707" y="536573"/>
            <a:ext cx="3856679" cy="1453003"/>
          </a:xfrm>
        </p:spPr>
        <p:txBody>
          <a:bodyPr rtlCol="0"/>
          <a:lstStyle>
            <a:lvl1pPr algn="ctr">
              <a:defRPr/>
            </a:lvl1pPr>
          </a:lstStyle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A3805DED-0C97-4EF7-B1E1-0E016E0537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43525" y="242814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2" name="Group 91" hidden="1">
            <a:extLst>
              <a:ext uri="{FF2B5EF4-FFF2-40B4-BE49-F238E27FC236}">
                <a16:creationId xmlns:a16="http://schemas.microsoft.com/office/drawing/2014/main" id="{6CA9855B-4072-4D45-821E-549FDF54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8958" y="457964"/>
            <a:ext cx="7681842" cy="5937065"/>
            <a:chOff x="28958" y="457964"/>
            <a:chExt cx="7681842" cy="5937065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CD707C0C-4086-4F35-A8FC-A45D727AA6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8900000" flipH="1">
              <a:off x="3417239" y="1865958"/>
              <a:ext cx="1270000" cy="3384002"/>
              <a:chOff x="7920038" y="61913"/>
              <a:chExt cx="1270000" cy="3384002"/>
            </a:xfrm>
          </p:grpSpPr>
          <p:sp>
            <p:nvSpPr>
              <p:cNvPr id="195" name="Freeform 76">
                <a:extLst>
                  <a:ext uri="{FF2B5EF4-FFF2-40B4-BE49-F238E27FC236}">
                    <a16:creationId xmlns:a16="http://schemas.microsoft.com/office/drawing/2014/main" id="{3D21528F-9013-4CD7-9F7C-D3F36248816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7920038" y="61913"/>
                <a:ext cx="638175" cy="2843213"/>
              </a:xfrm>
              <a:custGeom>
                <a:avLst/>
                <a:gdLst>
                  <a:gd name="T0" fmla="*/ 0 w 134"/>
                  <a:gd name="T1" fmla="*/ 298 h 597"/>
                  <a:gd name="T2" fmla="*/ 134 w 134"/>
                  <a:gd name="T3" fmla="*/ 597 h 597"/>
                  <a:gd name="T4" fmla="*/ 134 w 134"/>
                  <a:gd name="T5" fmla="*/ 0 h 597"/>
                  <a:gd name="T6" fmla="*/ 0 w 134"/>
                  <a:gd name="T7" fmla="*/ 298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4" h="597">
                    <a:moveTo>
                      <a:pt x="0" y="298"/>
                    </a:moveTo>
                    <a:cubicBezTo>
                      <a:pt x="0" y="417"/>
                      <a:pt x="52" y="523"/>
                      <a:pt x="134" y="597"/>
                    </a:cubicBezTo>
                    <a:cubicBezTo>
                      <a:pt x="134" y="0"/>
                      <a:pt x="134" y="0"/>
                      <a:pt x="134" y="0"/>
                    </a:cubicBezTo>
                    <a:cubicBezTo>
                      <a:pt x="52" y="74"/>
                      <a:pt x="0" y="180"/>
                      <a:pt x="0" y="298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sp>
            <p:nvSpPr>
              <p:cNvPr id="196" name="Freeform 77">
                <a:extLst>
                  <a:ext uri="{FF2B5EF4-FFF2-40B4-BE49-F238E27FC236}">
                    <a16:creationId xmlns:a16="http://schemas.microsoft.com/office/drawing/2014/main" id="{06A8F5A2-62EC-4CDC-945A-E6C50C86CA2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8558213" y="61913"/>
                <a:ext cx="631825" cy="2843213"/>
              </a:xfrm>
              <a:custGeom>
                <a:avLst/>
                <a:gdLst>
                  <a:gd name="T0" fmla="*/ 0 w 133"/>
                  <a:gd name="T1" fmla="*/ 0 h 597"/>
                  <a:gd name="T2" fmla="*/ 0 w 133"/>
                  <a:gd name="T3" fmla="*/ 597 h 597"/>
                  <a:gd name="T4" fmla="*/ 133 w 133"/>
                  <a:gd name="T5" fmla="*/ 298 h 597"/>
                  <a:gd name="T6" fmla="*/ 0 w 133"/>
                  <a:gd name="T7" fmla="*/ 0 h 5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3" h="597">
                    <a:moveTo>
                      <a:pt x="0" y="0"/>
                    </a:moveTo>
                    <a:cubicBezTo>
                      <a:pt x="0" y="597"/>
                      <a:pt x="0" y="597"/>
                      <a:pt x="0" y="597"/>
                    </a:cubicBezTo>
                    <a:cubicBezTo>
                      <a:pt x="82" y="523"/>
                      <a:pt x="133" y="417"/>
                      <a:pt x="133" y="298"/>
                    </a:cubicBezTo>
                    <a:cubicBezTo>
                      <a:pt x="133" y="180"/>
                      <a:pt x="82" y="74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rtl="0"/>
                <a:endParaRPr lang="en-US" dirty="0"/>
              </a:p>
            </p:txBody>
          </p:sp>
          <p:grpSp>
            <p:nvGrpSpPr>
              <p:cNvPr id="197" name="Group 196">
                <a:extLst>
                  <a:ext uri="{FF2B5EF4-FFF2-40B4-BE49-F238E27FC236}">
                    <a16:creationId xmlns:a16="http://schemas.microsoft.com/office/drawing/2014/main" id="{9625C8AA-1597-4CED-8301-18D382EF0DF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7934326" y="61915"/>
                <a:ext cx="1241425" cy="3384000"/>
                <a:chOff x="7934326" y="61915"/>
                <a:chExt cx="1241425" cy="3384000"/>
              </a:xfrm>
            </p:grpSpPr>
            <p:sp>
              <p:nvSpPr>
                <p:cNvPr id="198" name="Line 90">
                  <a:extLst>
                    <a:ext uri="{FF2B5EF4-FFF2-40B4-BE49-F238E27FC236}">
                      <a16:creationId xmlns:a16="http://schemas.microsoft.com/office/drawing/2014/main" id="{5DF95B35-23E9-4724-A4F8-8ED718B5DE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8558213" y="61915"/>
                  <a:ext cx="0" cy="3384000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99" name="Freeform 91">
                  <a:extLst>
                    <a:ext uri="{FF2B5EF4-FFF2-40B4-BE49-F238E27FC236}">
                      <a16:creationId xmlns:a16="http://schemas.microsoft.com/office/drawing/2014/main" id="{26C6754B-5776-451D-95ED-62AA4D0BAEF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8181976" y="523875"/>
                  <a:ext cx="747713" cy="376238"/>
                </a:xfrm>
                <a:custGeom>
                  <a:avLst/>
                  <a:gdLst>
                    <a:gd name="T0" fmla="*/ 471 w 471"/>
                    <a:gd name="T1" fmla="*/ 0 h 237"/>
                    <a:gd name="T2" fmla="*/ 237 w 471"/>
                    <a:gd name="T3" fmla="*/ 237 h 237"/>
                    <a:gd name="T4" fmla="*/ 0 w 471"/>
                    <a:gd name="T5" fmla="*/ 0 h 2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471" h="237">
                      <a:moveTo>
                        <a:pt x="471" y="0"/>
                      </a:moveTo>
                      <a:lnTo>
                        <a:pt x="237" y="23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200" name="Freeform 92">
                  <a:extLst>
                    <a:ext uri="{FF2B5EF4-FFF2-40B4-BE49-F238E27FC236}">
                      <a16:creationId xmlns:a16="http://schemas.microsoft.com/office/drawing/2014/main" id="{A345A289-8D6C-4886-B54C-3E0D26D176E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77188" y="1028700"/>
                  <a:ext cx="1157288" cy="581025"/>
                </a:xfrm>
                <a:custGeom>
                  <a:avLst/>
                  <a:gdLst>
                    <a:gd name="T0" fmla="*/ 729 w 729"/>
                    <a:gd name="T1" fmla="*/ 0 h 366"/>
                    <a:gd name="T2" fmla="*/ 366 w 729"/>
                    <a:gd name="T3" fmla="*/ 366 h 366"/>
                    <a:gd name="T4" fmla="*/ 0 w 729"/>
                    <a:gd name="T5" fmla="*/ 0 h 3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29" h="366">
                      <a:moveTo>
                        <a:pt x="729" y="0"/>
                      </a:moveTo>
                      <a:lnTo>
                        <a:pt x="366" y="366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201" name="Freeform 93">
                  <a:extLst>
                    <a:ext uri="{FF2B5EF4-FFF2-40B4-BE49-F238E27FC236}">
                      <a16:creationId xmlns:a16="http://schemas.microsoft.com/office/drawing/2014/main" id="{5690D981-545B-4A73-A22E-6E701024A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7934326" y="1700213"/>
                  <a:ext cx="1241425" cy="619125"/>
                </a:xfrm>
                <a:custGeom>
                  <a:avLst/>
                  <a:gdLst>
                    <a:gd name="T0" fmla="*/ 782 w 782"/>
                    <a:gd name="T1" fmla="*/ 0 h 390"/>
                    <a:gd name="T2" fmla="*/ 393 w 782"/>
                    <a:gd name="T3" fmla="*/ 390 h 390"/>
                    <a:gd name="T4" fmla="*/ 0 w 782"/>
                    <a:gd name="T5" fmla="*/ 0 h 3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782" h="390">
                      <a:moveTo>
                        <a:pt x="782" y="0"/>
                      </a:moveTo>
                      <a:lnTo>
                        <a:pt x="393" y="39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FCB89D53-605D-4497-A82E-C5CB7B9AB1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flipH="1">
              <a:off x="28958" y="457964"/>
              <a:ext cx="5539609" cy="5682348"/>
              <a:chOff x="6623433" y="457964"/>
              <a:chExt cx="5539609" cy="5682348"/>
            </a:xfrm>
          </p:grpSpPr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4200751B-2483-40F5-8C14-EF64034D45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73" name="Freeform 64">
                  <a:extLst>
                    <a:ext uri="{FF2B5EF4-FFF2-40B4-BE49-F238E27FC236}">
                      <a16:creationId xmlns:a16="http://schemas.microsoft.com/office/drawing/2014/main" id="{A9677C6B-C435-43E3-BF18-DC35709C972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74" name="Freeform 81">
                  <a:extLst>
                    <a:ext uri="{FF2B5EF4-FFF2-40B4-BE49-F238E27FC236}">
                      <a16:creationId xmlns:a16="http://schemas.microsoft.com/office/drawing/2014/main" id="{56E374F1-3376-4D82-B66C-A0588A30F0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75" name="Freeform 61">
                  <a:extLst>
                    <a:ext uri="{FF2B5EF4-FFF2-40B4-BE49-F238E27FC236}">
                      <a16:creationId xmlns:a16="http://schemas.microsoft.com/office/drawing/2014/main" id="{979B4E97-34CE-4034-8523-F1584A03448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76" name="Freeform 78">
                  <a:extLst>
                    <a:ext uri="{FF2B5EF4-FFF2-40B4-BE49-F238E27FC236}">
                      <a16:creationId xmlns:a16="http://schemas.microsoft.com/office/drawing/2014/main" id="{F4C4EFFF-E30B-4F0B-9ED4-FF63047DCBD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77" name="Freeform 84">
                  <a:extLst>
                    <a:ext uri="{FF2B5EF4-FFF2-40B4-BE49-F238E27FC236}">
                      <a16:creationId xmlns:a16="http://schemas.microsoft.com/office/drawing/2014/main" id="{173FDB7E-F5CA-497D-95CF-7A00D6789CF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78" name="Freeform 87">
                  <a:extLst>
                    <a:ext uri="{FF2B5EF4-FFF2-40B4-BE49-F238E27FC236}">
                      <a16:creationId xmlns:a16="http://schemas.microsoft.com/office/drawing/2014/main" id="{42266BB1-5605-4F64-B071-80A97BAD9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79" name="Freeform 60">
                  <a:extLst>
                    <a:ext uri="{FF2B5EF4-FFF2-40B4-BE49-F238E27FC236}">
                      <a16:creationId xmlns:a16="http://schemas.microsoft.com/office/drawing/2014/main" id="{90D15A2A-0F2D-4AB8-8252-303BA5DB3B0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80" name="Freeform 59">
                  <a:extLst>
                    <a:ext uri="{FF2B5EF4-FFF2-40B4-BE49-F238E27FC236}">
                      <a16:creationId xmlns:a16="http://schemas.microsoft.com/office/drawing/2014/main" id="{E676282C-5FCF-4E29-AE15-2545F1A685E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81" name="Freeform 62">
                  <a:extLst>
                    <a:ext uri="{FF2B5EF4-FFF2-40B4-BE49-F238E27FC236}">
                      <a16:creationId xmlns:a16="http://schemas.microsoft.com/office/drawing/2014/main" id="{AF7EC2A1-EAFC-4851-A4E3-47811C445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82" name="Freeform 65">
                  <a:extLst>
                    <a:ext uri="{FF2B5EF4-FFF2-40B4-BE49-F238E27FC236}">
                      <a16:creationId xmlns:a16="http://schemas.microsoft.com/office/drawing/2014/main" id="{6F9BD94B-F299-45D3-B66E-F20FBC9246D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83" name="Freeform 79">
                  <a:extLst>
                    <a:ext uri="{FF2B5EF4-FFF2-40B4-BE49-F238E27FC236}">
                      <a16:creationId xmlns:a16="http://schemas.microsoft.com/office/drawing/2014/main" id="{50E616C9-EAB1-4990-B569-17C6CB0889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84" name="Freeform 82">
                  <a:extLst>
                    <a:ext uri="{FF2B5EF4-FFF2-40B4-BE49-F238E27FC236}">
                      <a16:creationId xmlns:a16="http://schemas.microsoft.com/office/drawing/2014/main" id="{2F983FB0-2CC2-4D5F-A331-4130F138E9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85" name="Freeform 85">
                  <a:extLst>
                    <a:ext uri="{FF2B5EF4-FFF2-40B4-BE49-F238E27FC236}">
                      <a16:creationId xmlns:a16="http://schemas.microsoft.com/office/drawing/2014/main" id="{B1ABC269-0802-4C4A-9E57-6F876F122C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86" name="Freeform 88">
                  <a:extLst>
                    <a:ext uri="{FF2B5EF4-FFF2-40B4-BE49-F238E27FC236}">
                      <a16:creationId xmlns:a16="http://schemas.microsoft.com/office/drawing/2014/main" id="{233153AF-C5CF-40DD-9E5E-9B84272F46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grpSp>
              <p:nvGrpSpPr>
                <p:cNvPr id="187" name="Group 186">
                  <a:extLst>
                    <a:ext uri="{FF2B5EF4-FFF2-40B4-BE49-F238E27FC236}">
                      <a16:creationId xmlns:a16="http://schemas.microsoft.com/office/drawing/2014/main" id="{95E220B7-17F2-4748-A337-3B8D5886038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88" name="Line 63">
                    <a:extLst>
                      <a:ext uri="{FF2B5EF4-FFF2-40B4-BE49-F238E27FC236}">
                        <a16:creationId xmlns:a16="http://schemas.microsoft.com/office/drawing/2014/main" id="{63DC02CB-E162-45FD-AF68-0A1DB537F40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89" name="Line 66">
                    <a:extLst>
                      <a:ext uri="{FF2B5EF4-FFF2-40B4-BE49-F238E27FC236}">
                        <a16:creationId xmlns:a16="http://schemas.microsoft.com/office/drawing/2014/main" id="{4D9CBADA-7016-4987-B723-F7AE8E2E57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90" name="Line 67">
                    <a:extLst>
                      <a:ext uri="{FF2B5EF4-FFF2-40B4-BE49-F238E27FC236}">
                        <a16:creationId xmlns:a16="http://schemas.microsoft.com/office/drawing/2014/main" id="{1DCEDCA0-F979-4B3C-A0CA-F98F2DEE892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91" name="Line 80">
                    <a:extLst>
                      <a:ext uri="{FF2B5EF4-FFF2-40B4-BE49-F238E27FC236}">
                        <a16:creationId xmlns:a16="http://schemas.microsoft.com/office/drawing/2014/main" id="{1B701ADB-B6EB-4BED-8D15-F358A67EC9F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92" name="Line 83">
                    <a:extLst>
                      <a:ext uri="{FF2B5EF4-FFF2-40B4-BE49-F238E27FC236}">
                        <a16:creationId xmlns:a16="http://schemas.microsoft.com/office/drawing/2014/main" id="{239EB39D-EF7A-4284-83B8-904957045D8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93" name="Line 86">
                    <a:extLst>
                      <a:ext uri="{FF2B5EF4-FFF2-40B4-BE49-F238E27FC236}">
                        <a16:creationId xmlns:a16="http://schemas.microsoft.com/office/drawing/2014/main" id="{59413AC3-6F9D-431E-8136-F15C0FCA62A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94" name="Line 89">
                    <a:extLst>
                      <a:ext uri="{FF2B5EF4-FFF2-40B4-BE49-F238E27FC236}">
                        <a16:creationId xmlns:a16="http://schemas.microsoft.com/office/drawing/2014/main" id="{987DF8D6-E53D-4C41-B339-1E5094638FA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</p:grp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66036562-1199-405F-B95A-C3A543B5DB4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C4C4997E-6944-4940-8B33-92DB90BCE3A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69" name="Straight Connector 168">
                    <a:extLst>
                      <a:ext uri="{FF2B5EF4-FFF2-40B4-BE49-F238E27FC236}">
                        <a16:creationId xmlns:a16="http://schemas.microsoft.com/office/drawing/2014/main" id="{0A44DA53-5DA1-44E2-8EB4-F53CC84C9F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F072B3FF-FEA5-46BC-8627-9B46C5F3967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Rectangle 30">
                    <a:extLst>
                      <a:ext uri="{FF2B5EF4-FFF2-40B4-BE49-F238E27FC236}">
                        <a16:creationId xmlns:a16="http://schemas.microsoft.com/office/drawing/2014/main" id="{FB18587D-1BDA-4D28-9B48-3C37C764B66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  <p:sp>
                <p:nvSpPr>
                  <p:cNvPr id="172" name="Rectangle 30">
                    <a:extLst>
                      <a:ext uri="{FF2B5EF4-FFF2-40B4-BE49-F238E27FC236}">
                        <a16:creationId xmlns:a16="http://schemas.microsoft.com/office/drawing/2014/main" id="{8CFE033B-F34F-4836-B6F3-93E6C7D9C5C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</p:grpSp>
            <p:grpSp>
              <p:nvGrpSpPr>
                <p:cNvPr id="166" name="Group 165">
                  <a:extLst>
                    <a:ext uri="{FF2B5EF4-FFF2-40B4-BE49-F238E27FC236}">
                      <a16:creationId xmlns:a16="http://schemas.microsoft.com/office/drawing/2014/main" id="{07F79761-CFAA-4330-8067-31EC1DC3E1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67" name="Freeform: Shape 166">
                    <a:extLst>
                      <a:ext uri="{FF2B5EF4-FFF2-40B4-BE49-F238E27FC236}">
                        <a16:creationId xmlns:a16="http://schemas.microsoft.com/office/drawing/2014/main" id="{8A0BC496-427B-4836-B989-97B0673D8F5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68" name="Freeform: Shape 167">
                    <a:extLst>
                      <a:ext uri="{FF2B5EF4-FFF2-40B4-BE49-F238E27FC236}">
                        <a16:creationId xmlns:a16="http://schemas.microsoft.com/office/drawing/2014/main" id="{A0D554E1-33ED-415C-BF15-FC38D2E33C7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48" name="Group 147">
                <a:extLst>
                  <a:ext uri="{FF2B5EF4-FFF2-40B4-BE49-F238E27FC236}">
                    <a16:creationId xmlns:a16="http://schemas.microsoft.com/office/drawing/2014/main" id="{D1F1EE7D-C5FF-46EA-AB9C-94E1F2D9B73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61" name="Group 160">
                  <a:extLst>
                    <a:ext uri="{FF2B5EF4-FFF2-40B4-BE49-F238E27FC236}">
                      <a16:creationId xmlns:a16="http://schemas.microsoft.com/office/drawing/2014/main" id="{2AC2FE37-AED7-4C81-A52E-FD105C1BDA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3" name="Freeform 68">
                    <a:extLst>
                      <a:ext uri="{FF2B5EF4-FFF2-40B4-BE49-F238E27FC236}">
                        <a16:creationId xmlns:a16="http://schemas.microsoft.com/office/drawing/2014/main" id="{AB34FC05-3259-4BE2-8DA9-91435FAFCE7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64" name="Freeform 69">
                    <a:extLst>
                      <a:ext uri="{FF2B5EF4-FFF2-40B4-BE49-F238E27FC236}">
                        <a16:creationId xmlns:a16="http://schemas.microsoft.com/office/drawing/2014/main" id="{AC11598E-3FD2-47F3-8E57-D5D6130DBC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  <p:sp>
              <p:nvSpPr>
                <p:cNvPr id="162" name="Line 70">
                  <a:extLst>
                    <a:ext uri="{FF2B5EF4-FFF2-40B4-BE49-F238E27FC236}">
                      <a16:creationId xmlns:a16="http://schemas.microsoft.com/office/drawing/2014/main" id="{37D098FA-73CF-44E6-B612-7DE664E5DE0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66672930-1A30-4508-A9D2-FA4271C6B1E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58" name="Freeform 68">
                  <a:extLst>
                    <a:ext uri="{FF2B5EF4-FFF2-40B4-BE49-F238E27FC236}">
                      <a16:creationId xmlns:a16="http://schemas.microsoft.com/office/drawing/2014/main" id="{174F3D5B-9943-4A8B-8699-ABB2B7991B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59" name="Freeform 69">
                  <a:extLst>
                    <a:ext uri="{FF2B5EF4-FFF2-40B4-BE49-F238E27FC236}">
                      <a16:creationId xmlns:a16="http://schemas.microsoft.com/office/drawing/2014/main" id="{6834DCA2-951C-4A9B-8490-5C7BD0FFBB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60" name="Line 70">
                  <a:extLst>
                    <a:ext uri="{FF2B5EF4-FFF2-40B4-BE49-F238E27FC236}">
                      <a16:creationId xmlns:a16="http://schemas.microsoft.com/office/drawing/2014/main" id="{316B6CF4-BCF3-4765-B744-A1EB5A76D33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BAD99054-FC47-4391-9369-B309A0AA258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51" name="Group 150">
                  <a:extLst>
                    <a:ext uri="{FF2B5EF4-FFF2-40B4-BE49-F238E27FC236}">
                      <a16:creationId xmlns:a16="http://schemas.microsoft.com/office/drawing/2014/main" id="{1A1CDB94-FE6F-4AAC-94D9-DDCEC703B12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56" name="Freeform: Shape 155">
                    <a:extLst>
                      <a:ext uri="{FF2B5EF4-FFF2-40B4-BE49-F238E27FC236}">
                        <a16:creationId xmlns:a16="http://schemas.microsoft.com/office/drawing/2014/main" id="{99B22DCB-54E6-4769-9DD7-3736B4041B2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7" name="Freeform: Shape 156">
                    <a:extLst>
                      <a:ext uri="{FF2B5EF4-FFF2-40B4-BE49-F238E27FC236}">
                        <a16:creationId xmlns:a16="http://schemas.microsoft.com/office/drawing/2014/main" id="{67DA3C33-5733-4571-AD7C-F9D7447D184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52" name="Group 151">
                  <a:extLst>
                    <a:ext uri="{FF2B5EF4-FFF2-40B4-BE49-F238E27FC236}">
                      <a16:creationId xmlns:a16="http://schemas.microsoft.com/office/drawing/2014/main" id="{DEACDE3F-3571-479B-8545-A0EB157DFB7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53" name="Straight Connector 152">
                    <a:extLst>
                      <a:ext uri="{FF2B5EF4-FFF2-40B4-BE49-F238E27FC236}">
                        <a16:creationId xmlns:a16="http://schemas.microsoft.com/office/drawing/2014/main" id="{0EBC688C-242B-4AF8-9A28-74C5D3A7DD7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4" name="Rectangle 5">
                    <a:extLst>
                      <a:ext uri="{FF2B5EF4-FFF2-40B4-BE49-F238E27FC236}">
                        <a16:creationId xmlns:a16="http://schemas.microsoft.com/office/drawing/2014/main" id="{C4C8C45C-CEB8-4DEA-A7C9-8028747D4C2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  <p:sp>
                <p:nvSpPr>
                  <p:cNvPr id="155" name="Rectangle 5">
                    <a:extLst>
                      <a:ext uri="{FF2B5EF4-FFF2-40B4-BE49-F238E27FC236}">
                        <a16:creationId xmlns:a16="http://schemas.microsoft.com/office/drawing/2014/main" id="{7FC624AF-D992-41C1-A403-A0A4731BE06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</p:grpSp>
          </p:grpSp>
        </p:grp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F63171A4-E846-4A64-8292-3ED3583B6D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 flipH="1">
              <a:off x="2171191" y="712681"/>
              <a:ext cx="5539609" cy="5682348"/>
              <a:chOff x="6623433" y="457964"/>
              <a:chExt cx="5539609" cy="5682348"/>
            </a:xfrm>
          </p:grpSpPr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E59C66F3-BAB8-46AB-849B-0BC14A74B8A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124" name="Freeform 64">
                  <a:extLst>
                    <a:ext uri="{FF2B5EF4-FFF2-40B4-BE49-F238E27FC236}">
                      <a16:creationId xmlns:a16="http://schemas.microsoft.com/office/drawing/2014/main" id="{68CD087B-52FF-4F11-A251-6F6A6B9093A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25" name="Freeform 81">
                  <a:extLst>
                    <a:ext uri="{FF2B5EF4-FFF2-40B4-BE49-F238E27FC236}">
                      <a16:creationId xmlns:a16="http://schemas.microsoft.com/office/drawing/2014/main" id="{7FD7CD23-A1FC-41E8-A563-0B0A87A8FC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26" name="Freeform 61">
                  <a:extLst>
                    <a:ext uri="{FF2B5EF4-FFF2-40B4-BE49-F238E27FC236}">
                      <a16:creationId xmlns:a16="http://schemas.microsoft.com/office/drawing/2014/main" id="{A3A34481-695D-470B-9A01-A047EAA615B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27" name="Freeform 78">
                  <a:extLst>
                    <a:ext uri="{FF2B5EF4-FFF2-40B4-BE49-F238E27FC236}">
                      <a16:creationId xmlns:a16="http://schemas.microsoft.com/office/drawing/2014/main" id="{5B26EEFA-6CAA-4BF6-B4BD-7C083D59BF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28" name="Freeform 84">
                  <a:extLst>
                    <a:ext uri="{FF2B5EF4-FFF2-40B4-BE49-F238E27FC236}">
                      <a16:creationId xmlns:a16="http://schemas.microsoft.com/office/drawing/2014/main" id="{61976329-310A-4F70-B22C-F032D4BF7E3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29" name="Freeform 87">
                  <a:extLst>
                    <a:ext uri="{FF2B5EF4-FFF2-40B4-BE49-F238E27FC236}">
                      <a16:creationId xmlns:a16="http://schemas.microsoft.com/office/drawing/2014/main" id="{0A0DA1ED-70C5-4D8F-B61F-F6E9E07D59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0" name="Freeform 60">
                  <a:extLst>
                    <a:ext uri="{FF2B5EF4-FFF2-40B4-BE49-F238E27FC236}">
                      <a16:creationId xmlns:a16="http://schemas.microsoft.com/office/drawing/2014/main" id="{EDF58541-8ECC-487F-96C7-3267D0F9C8C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1" name="Freeform 59">
                  <a:extLst>
                    <a:ext uri="{FF2B5EF4-FFF2-40B4-BE49-F238E27FC236}">
                      <a16:creationId xmlns:a16="http://schemas.microsoft.com/office/drawing/2014/main" id="{D1DAAA62-5552-4436-97D9-353F629E8AB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2" name="Freeform 62">
                  <a:extLst>
                    <a:ext uri="{FF2B5EF4-FFF2-40B4-BE49-F238E27FC236}">
                      <a16:creationId xmlns:a16="http://schemas.microsoft.com/office/drawing/2014/main" id="{EBA1BB6B-72EF-4525-89A1-FC5BE70D71B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3" name="Freeform 65">
                  <a:extLst>
                    <a:ext uri="{FF2B5EF4-FFF2-40B4-BE49-F238E27FC236}">
                      <a16:creationId xmlns:a16="http://schemas.microsoft.com/office/drawing/2014/main" id="{D3BD4012-93F7-424A-9146-8E7E831D9E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4" name="Freeform 79">
                  <a:extLst>
                    <a:ext uri="{FF2B5EF4-FFF2-40B4-BE49-F238E27FC236}">
                      <a16:creationId xmlns:a16="http://schemas.microsoft.com/office/drawing/2014/main" id="{A2E36983-6A8E-4C78-AA27-363C0D676C8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5" name="Freeform 82">
                  <a:extLst>
                    <a:ext uri="{FF2B5EF4-FFF2-40B4-BE49-F238E27FC236}">
                      <a16:creationId xmlns:a16="http://schemas.microsoft.com/office/drawing/2014/main" id="{AB2380FC-F201-44F0-A531-1402201E4E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6" name="Freeform 85">
                  <a:extLst>
                    <a:ext uri="{FF2B5EF4-FFF2-40B4-BE49-F238E27FC236}">
                      <a16:creationId xmlns:a16="http://schemas.microsoft.com/office/drawing/2014/main" id="{737C3A27-BD47-4E93-A1E3-33B902DD068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37" name="Freeform 88">
                  <a:extLst>
                    <a:ext uri="{FF2B5EF4-FFF2-40B4-BE49-F238E27FC236}">
                      <a16:creationId xmlns:a16="http://schemas.microsoft.com/office/drawing/2014/main" id="{C257BCC6-B88D-4C3B-BEFD-25D320F39C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grpSp>
              <p:nvGrpSpPr>
                <p:cNvPr id="138" name="Group 137">
                  <a:extLst>
                    <a:ext uri="{FF2B5EF4-FFF2-40B4-BE49-F238E27FC236}">
                      <a16:creationId xmlns:a16="http://schemas.microsoft.com/office/drawing/2014/main" id="{0519964D-597A-4E0C-B66C-89D30B8582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139" name="Line 63">
                    <a:extLst>
                      <a:ext uri="{FF2B5EF4-FFF2-40B4-BE49-F238E27FC236}">
                        <a16:creationId xmlns:a16="http://schemas.microsoft.com/office/drawing/2014/main" id="{A31BADE6-3732-4787-8841-96E8F05C0A9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40" name="Line 66">
                    <a:extLst>
                      <a:ext uri="{FF2B5EF4-FFF2-40B4-BE49-F238E27FC236}">
                        <a16:creationId xmlns:a16="http://schemas.microsoft.com/office/drawing/2014/main" id="{447ED593-61E3-4BD7-8984-7FE5621549D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41" name="Line 67">
                    <a:extLst>
                      <a:ext uri="{FF2B5EF4-FFF2-40B4-BE49-F238E27FC236}">
                        <a16:creationId xmlns:a16="http://schemas.microsoft.com/office/drawing/2014/main" id="{6AD98272-0FC0-49AC-9877-8D2BAA5148B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42" name="Line 80">
                    <a:extLst>
                      <a:ext uri="{FF2B5EF4-FFF2-40B4-BE49-F238E27FC236}">
                        <a16:creationId xmlns:a16="http://schemas.microsoft.com/office/drawing/2014/main" id="{D54770D9-48C7-4C76-9F40-65C9B9C05CE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43" name="Line 83">
                    <a:extLst>
                      <a:ext uri="{FF2B5EF4-FFF2-40B4-BE49-F238E27FC236}">
                        <a16:creationId xmlns:a16="http://schemas.microsoft.com/office/drawing/2014/main" id="{4B9C1A3A-3DED-4CC1-820C-16B358DF9EC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44" name="Line 86">
                    <a:extLst>
                      <a:ext uri="{FF2B5EF4-FFF2-40B4-BE49-F238E27FC236}">
                        <a16:creationId xmlns:a16="http://schemas.microsoft.com/office/drawing/2014/main" id="{2404A56E-8A81-48CB-9AC4-2CB6EA55DD7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45" name="Line 89">
                    <a:extLst>
                      <a:ext uri="{FF2B5EF4-FFF2-40B4-BE49-F238E27FC236}">
                        <a16:creationId xmlns:a16="http://schemas.microsoft.com/office/drawing/2014/main" id="{6D6A743B-85A5-41A8-9664-D654620D25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23DAD9FD-AF99-4D89-9BC8-E6739BD17AC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16" name="Group 115">
                  <a:extLst>
                    <a:ext uri="{FF2B5EF4-FFF2-40B4-BE49-F238E27FC236}">
                      <a16:creationId xmlns:a16="http://schemas.microsoft.com/office/drawing/2014/main" id="{D7170781-0173-4FAB-8358-42C469FC51A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120" name="Straight Connector 119">
                    <a:extLst>
                      <a:ext uri="{FF2B5EF4-FFF2-40B4-BE49-F238E27FC236}">
                        <a16:creationId xmlns:a16="http://schemas.microsoft.com/office/drawing/2014/main" id="{03C55E22-B879-4AE0-BC46-BA8A4E950C5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21" name="Straight Connector 120">
                    <a:extLst>
                      <a:ext uri="{FF2B5EF4-FFF2-40B4-BE49-F238E27FC236}">
                        <a16:creationId xmlns:a16="http://schemas.microsoft.com/office/drawing/2014/main" id="{AA07E073-1978-4DCC-9E5C-FF89EF524BF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2" name="Rectangle 30">
                    <a:extLst>
                      <a:ext uri="{FF2B5EF4-FFF2-40B4-BE49-F238E27FC236}">
                        <a16:creationId xmlns:a16="http://schemas.microsoft.com/office/drawing/2014/main" id="{5691F80E-D2E0-4E78-AA76-8D827AE410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  <p:sp>
                <p:nvSpPr>
                  <p:cNvPr id="123" name="Rectangle 30">
                    <a:extLst>
                      <a:ext uri="{FF2B5EF4-FFF2-40B4-BE49-F238E27FC236}">
                        <a16:creationId xmlns:a16="http://schemas.microsoft.com/office/drawing/2014/main" id="{E34C55D1-5C55-44D3-9C26-E1951DA3937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</p:grpSp>
            <p:grpSp>
              <p:nvGrpSpPr>
                <p:cNvPr id="117" name="Group 116">
                  <a:extLst>
                    <a:ext uri="{FF2B5EF4-FFF2-40B4-BE49-F238E27FC236}">
                      <a16:creationId xmlns:a16="http://schemas.microsoft.com/office/drawing/2014/main" id="{4C9CB0E6-07EF-4140-926D-D380C1A88EB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118" name="Freeform: Shape 117">
                    <a:extLst>
                      <a:ext uri="{FF2B5EF4-FFF2-40B4-BE49-F238E27FC236}">
                        <a16:creationId xmlns:a16="http://schemas.microsoft.com/office/drawing/2014/main" id="{263BBD78-504D-435B-8933-2C460DC38E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19" name="Freeform: Shape 118">
                    <a:extLst>
                      <a:ext uri="{FF2B5EF4-FFF2-40B4-BE49-F238E27FC236}">
                        <a16:creationId xmlns:a16="http://schemas.microsoft.com/office/drawing/2014/main" id="{1AD78D29-1FCF-4E88-A958-924F701D5E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EA551A3F-69EF-45CC-87F7-867808A3FAD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12724B09-E74E-49FA-BB5D-583BB89B798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14" name="Freeform 68">
                    <a:extLst>
                      <a:ext uri="{FF2B5EF4-FFF2-40B4-BE49-F238E27FC236}">
                        <a16:creationId xmlns:a16="http://schemas.microsoft.com/office/drawing/2014/main" id="{DA2788BF-64AD-4328-8CB9-8C2C98CF54E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  <p:sp>
                <p:nvSpPr>
                  <p:cNvPr id="115" name="Freeform 69">
                    <a:extLst>
                      <a:ext uri="{FF2B5EF4-FFF2-40B4-BE49-F238E27FC236}">
                        <a16:creationId xmlns:a16="http://schemas.microsoft.com/office/drawing/2014/main" id="{D9591CB5-16C9-44FC-B125-529D33F91BF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/>
                  </a:p>
                </p:txBody>
              </p:sp>
            </p:grpSp>
            <p:sp>
              <p:nvSpPr>
                <p:cNvPr id="113" name="Line 70">
                  <a:extLst>
                    <a:ext uri="{FF2B5EF4-FFF2-40B4-BE49-F238E27FC236}">
                      <a16:creationId xmlns:a16="http://schemas.microsoft.com/office/drawing/2014/main" id="{4F82A945-38F0-45AF-A28A-C6A0E6A2E7F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80FA6744-F48F-4652-86E5-BA3ABEF3227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11158635" y="5515533"/>
                <a:ext cx="317159" cy="932400"/>
                <a:chOff x="6376988" y="280988"/>
                <a:chExt cx="633413" cy="1862138"/>
              </a:xfrm>
            </p:grpSpPr>
            <p:sp>
              <p:nvSpPr>
                <p:cNvPr id="109" name="Freeform 68">
                  <a:extLst>
                    <a:ext uri="{FF2B5EF4-FFF2-40B4-BE49-F238E27FC236}">
                      <a16:creationId xmlns:a16="http://schemas.microsoft.com/office/drawing/2014/main" id="{FAC3DEAD-5797-4CA1-A8F2-3F487AAC6B1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376988" y="280988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10" name="Freeform 69">
                  <a:extLst>
                    <a:ext uri="{FF2B5EF4-FFF2-40B4-BE49-F238E27FC236}">
                      <a16:creationId xmlns:a16="http://schemas.microsoft.com/office/drawing/2014/main" id="{F9AF9D64-C9FB-4D32-993D-3423A2E55EE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696076" y="280988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  <p:sp>
              <p:nvSpPr>
                <p:cNvPr id="111" name="Line 70">
                  <a:extLst>
                    <a:ext uri="{FF2B5EF4-FFF2-40B4-BE49-F238E27FC236}">
                      <a16:creationId xmlns:a16="http://schemas.microsoft.com/office/drawing/2014/main" id="{9097AC72-422F-4CE0-A772-A63E2294ACD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696076" y="280988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rtlCol="0" anchor="t" anchorCtr="0" compatLnSpc="1">
                  <a:prstTxWarp prst="textNoShape">
                    <a:avLst/>
                  </a:prstTxWarp>
                </a:bodyPr>
                <a:lstStyle/>
                <a:p>
                  <a:pPr rtl="0"/>
                  <a:endParaRPr lang="en-US" dirty="0"/>
                </a:p>
              </p:txBody>
            </p:sp>
          </p:grpSp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1A6B3F4D-48A0-4FC2-8720-2606D6AA04C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7251633" y="4274501"/>
                <a:ext cx="903599" cy="2160000"/>
                <a:chOff x="9057947" y="3423463"/>
                <a:chExt cx="903599" cy="2160000"/>
              </a:xfrm>
            </p:grpSpPr>
            <p:grpSp>
              <p:nvGrpSpPr>
                <p:cNvPr id="102" name="Group 101">
                  <a:extLst>
                    <a:ext uri="{FF2B5EF4-FFF2-40B4-BE49-F238E27FC236}">
                      <a16:creationId xmlns:a16="http://schemas.microsoft.com/office/drawing/2014/main" id="{67E4FA26-563D-4D19-BAEB-A370818E51A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057947" y="3432856"/>
                  <a:ext cx="903599" cy="1872461"/>
                  <a:chOff x="10538626" y="3165838"/>
                  <a:chExt cx="936000" cy="1939601"/>
                </a:xfrm>
              </p:grpSpPr>
              <p:sp>
                <p:nvSpPr>
                  <p:cNvPr id="107" name="Freeform: Shape 106">
                    <a:extLst>
                      <a:ext uri="{FF2B5EF4-FFF2-40B4-BE49-F238E27FC236}">
                        <a16:creationId xmlns:a16="http://schemas.microsoft.com/office/drawing/2014/main" id="{03B51AAC-6B1D-43D1-8885-402653BA90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538626" y="3183996"/>
                    <a:ext cx="453600" cy="1920288"/>
                  </a:xfrm>
                  <a:custGeom>
                    <a:avLst/>
                    <a:gdLst>
                      <a:gd name="connsiteX0" fmla="*/ 453600 w 453600"/>
                      <a:gd name="connsiteY0" fmla="*/ 0 h 1920288"/>
                      <a:gd name="connsiteX1" fmla="*/ 453600 w 453600"/>
                      <a:gd name="connsiteY1" fmla="*/ 1920288 h 1920288"/>
                      <a:gd name="connsiteX2" fmla="*/ 384059 w 453600"/>
                      <a:gd name="connsiteY2" fmla="*/ 1914152 h 1920288"/>
                      <a:gd name="connsiteX3" fmla="*/ 9354 w 453600"/>
                      <a:gd name="connsiteY3" fmla="*/ 1548700 h 1920288"/>
                      <a:gd name="connsiteX4" fmla="*/ 0 w 453600"/>
                      <a:gd name="connsiteY4" fmla="*/ 1455902 h 1920288"/>
                      <a:gd name="connsiteX5" fmla="*/ 146 w 453600"/>
                      <a:gd name="connsiteY5" fmla="*/ 1451885 h 1920288"/>
                      <a:gd name="connsiteX6" fmla="*/ 145 w 453600"/>
                      <a:gd name="connsiteY6" fmla="*/ 1451885 h 1920288"/>
                      <a:gd name="connsiteX7" fmla="*/ 7358 w 453600"/>
                      <a:gd name="connsiteY7" fmla="*/ 1253678 h 1920288"/>
                      <a:gd name="connsiteX8" fmla="*/ 424671 w 453600"/>
                      <a:gd name="connsiteY8" fmla="*/ 36480 h 1920288"/>
                      <a:gd name="connsiteX9" fmla="*/ 453600 w 453600"/>
                      <a:gd name="connsiteY9" fmla="*/ 0 h 1920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453600" h="1920288">
                        <a:moveTo>
                          <a:pt x="453600" y="0"/>
                        </a:moveTo>
                        <a:lnTo>
                          <a:pt x="453600" y="1920288"/>
                        </a:lnTo>
                        <a:lnTo>
                          <a:pt x="384059" y="1914152"/>
                        </a:lnTo>
                        <a:cubicBezTo>
                          <a:pt x="196308" y="1880615"/>
                          <a:pt x="47443" y="1734834"/>
                          <a:pt x="9354" y="1548700"/>
                        </a:cubicBezTo>
                        <a:lnTo>
                          <a:pt x="0" y="1455902"/>
                        </a:lnTo>
                        <a:lnTo>
                          <a:pt x="146" y="1451885"/>
                        </a:lnTo>
                        <a:lnTo>
                          <a:pt x="145" y="1451885"/>
                        </a:lnTo>
                        <a:lnTo>
                          <a:pt x="7358" y="1253678"/>
                        </a:lnTo>
                        <a:cubicBezTo>
                          <a:pt x="42019" y="780132"/>
                          <a:pt x="195015" y="355125"/>
                          <a:pt x="424671" y="36480"/>
                        </a:cubicBezTo>
                        <a:lnTo>
                          <a:pt x="45360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08" name="Freeform: Shape 107">
                    <a:extLst>
                      <a:ext uri="{FF2B5EF4-FFF2-40B4-BE49-F238E27FC236}">
                        <a16:creationId xmlns:a16="http://schemas.microsoft.com/office/drawing/2014/main" id="{CF4180FB-7FBD-421F-A284-4C2CC61B384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10992226" y="3165838"/>
                    <a:ext cx="482400" cy="1939601"/>
                  </a:xfrm>
                  <a:custGeom>
                    <a:avLst/>
                    <a:gdLst>
                      <a:gd name="connsiteX0" fmla="*/ 14399 w 482400"/>
                      <a:gd name="connsiteY0" fmla="*/ 0 h 1939601"/>
                      <a:gd name="connsiteX1" fmla="*/ 14399 w 482400"/>
                      <a:gd name="connsiteY1" fmla="*/ 689615 h 1939601"/>
                      <a:gd name="connsiteX2" fmla="*/ 14400 w 482400"/>
                      <a:gd name="connsiteY2" fmla="*/ 689615 h 1939601"/>
                      <a:gd name="connsiteX3" fmla="*/ 14401 w 482400"/>
                      <a:gd name="connsiteY3" fmla="*/ 689615 h 1939601"/>
                      <a:gd name="connsiteX4" fmla="*/ 14401 w 482400"/>
                      <a:gd name="connsiteY4" fmla="*/ 0 h 1939601"/>
                      <a:gd name="connsiteX5" fmla="*/ 57729 w 482400"/>
                      <a:gd name="connsiteY5" fmla="*/ 54638 h 1939601"/>
                      <a:gd name="connsiteX6" fmla="*/ 475042 w 482400"/>
                      <a:gd name="connsiteY6" fmla="*/ 1271836 h 1939601"/>
                      <a:gd name="connsiteX7" fmla="*/ 482255 w 482400"/>
                      <a:gd name="connsiteY7" fmla="*/ 1470043 h 1939601"/>
                      <a:gd name="connsiteX8" fmla="*/ 482254 w 482400"/>
                      <a:gd name="connsiteY8" fmla="*/ 1470043 h 1939601"/>
                      <a:gd name="connsiteX9" fmla="*/ 482400 w 482400"/>
                      <a:gd name="connsiteY9" fmla="*/ 1474060 h 1939601"/>
                      <a:gd name="connsiteX10" fmla="*/ 473046 w 482400"/>
                      <a:gd name="connsiteY10" fmla="*/ 1566858 h 1939601"/>
                      <a:gd name="connsiteX11" fmla="*/ 15706 w 482400"/>
                      <a:gd name="connsiteY11" fmla="*/ 1939601 h 1939601"/>
                      <a:gd name="connsiteX12" fmla="*/ 14400 w 482400"/>
                      <a:gd name="connsiteY12" fmla="*/ 1939469 h 1939601"/>
                      <a:gd name="connsiteX13" fmla="*/ 13094 w 482400"/>
                      <a:gd name="connsiteY13" fmla="*/ 1939601 h 1939601"/>
                      <a:gd name="connsiteX14" fmla="*/ 0 w 482400"/>
                      <a:gd name="connsiteY14" fmla="*/ 1938446 h 1939601"/>
                      <a:gd name="connsiteX15" fmla="*/ 0 w 482400"/>
                      <a:gd name="connsiteY15" fmla="*/ 18158 h 1939601"/>
                      <a:gd name="connsiteX16" fmla="*/ 14399 w 482400"/>
                      <a:gd name="connsiteY16" fmla="*/ 0 h 193960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</a:cxnLst>
                    <a:rect l="l" t="t" r="r" b="b"/>
                    <a:pathLst>
                      <a:path w="482400" h="1939601">
                        <a:moveTo>
                          <a:pt x="14399" y="0"/>
                        </a:moveTo>
                        <a:lnTo>
                          <a:pt x="14399" y="689615"/>
                        </a:lnTo>
                        <a:lnTo>
                          <a:pt x="14400" y="689615"/>
                        </a:lnTo>
                        <a:lnTo>
                          <a:pt x="14401" y="689615"/>
                        </a:lnTo>
                        <a:lnTo>
                          <a:pt x="14401" y="0"/>
                        </a:lnTo>
                        <a:lnTo>
                          <a:pt x="57729" y="54638"/>
                        </a:lnTo>
                        <a:cubicBezTo>
                          <a:pt x="287385" y="373283"/>
                          <a:pt x="440381" y="798290"/>
                          <a:pt x="475042" y="1271836"/>
                        </a:cubicBezTo>
                        <a:lnTo>
                          <a:pt x="482255" y="1470043"/>
                        </a:lnTo>
                        <a:lnTo>
                          <a:pt x="482254" y="1470043"/>
                        </a:lnTo>
                        <a:lnTo>
                          <a:pt x="482400" y="1474060"/>
                        </a:lnTo>
                        <a:lnTo>
                          <a:pt x="473046" y="1566858"/>
                        </a:lnTo>
                        <a:cubicBezTo>
                          <a:pt x="429516" y="1779582"/>
                          <a:pt x="241298" y="1939601"/>
                          <a:pt x="15706" y="1939601"/>
                        </a:cubicBezTo>
                        <a:lnTo>
                          <a:pt x="14400" y="1939469"/>
                        </a:lnTo>
                        <a:lnTo>
                          <a:pt x="13094" y="1939601"/>
                        </a:lnTo>
                        <a:lnTo>
                          <a:pt x="0" y="1938446"/>
                        </a:lnTo>
                        <a:lnTo>
                          <a:pt x="0" y="18158"/>
                        </a:lnTo>
                        <a:lnTo>
                          <a:pt x="14399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rtl="0"/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28E615C5-6A2E-4BF3-A3A8-9061C5B1B84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9210264" y="3423463"/>
                  <a:ext cx="597126" cy="2160000"/>
                  <a:chOff x="9210264" y="3423463"/>
                  <a:chExt cx="597126" cy="2160000"/>
                </a:xfrm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B15A4CEB-6B8D-48C3-8484-3EC282A34A1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>
                    <a:off x="9508827" y="3423463"/>
                    <a:ext cx="0" cy="216000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Rectangle 5">
                    <a:extLst>
                      <a:ext uri="{FF2B5EF4-FFF2-40B4-BE49-F238E27FC236}">
                        <a16:creationId xmlns:a16="http://schemas.microsoft.com/office/drawing/2014/main" id="{38F7FD7D-E582-4214-B1B3-D289130553F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10264" y="4162845"/>
                    <a:ext cx="597126" cy="597126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  <p:sp>
                <p:nvSpPr>
                  <p:cNvPr id="106" name="Rectangle 5">
                    <a:extLst>
                      <a:ext uri="{FF2B5EF4-FFF2-40B4-BE49-F238E27FC236}">
                        <a16:creationId xmlns:a16="http://schemas.microsoft.com/office/drawing/2014/main" id="{B74D1DAC-C0D4-447E-8665-EAFF34F4E3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2700000">
                    <a:off x="9297710" y="3747070"/>
                    <a:ext cx="422234" cy="422234"/>
                  </a:xfrm>
                  <a:custGeom>
                    <a:avLst/>
                    <a:gdLst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0 w 1239398"/>
                      <a:gd name="connsiteY4" fmla="*/ 0 h 1239398"/>
                      <a:gd name="connsiteX0" fmla="*/ 0 w 1239398"/>
                      <a:gd name="connsiteY0" fmla="*/ 0 h 1239398"/>
                      <a:gd name="connsiteX1" fmla="*/ 1239398 w 1239398"/>
                      <a:gd name="connsiteY1" fmla="*/ 0 h 1239398"/>
                      <a:gd name="connsiteX2" fmla="*/ 1239398 w 1239398"/>
                      <a:gd name="connsiteY2" fmla="*/ 1239398 h 1239398"/>
                      <a:gd name="connsiteX3" fmla="*/ 0 w 1239398"/>
                      <a:gd name="connsiteY3" fmla="*/ 1239398 h 1239398"/>
                      <a:gd name="connsiteX4" fmla="*/ 91440 w 1239398"/>
                      <a:gd name="connsiteY4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  <a:gd name="connsiteX3" fmla="*/ 91440 w 1239398"/>
                      <a:gd name="connsiteY3" fmla="*/ 91440 h 1239398"/>
                      <a:gd name="connsiteX0" fmla="*/ 1239398 w 1239398"/>
                      <a:gd name="connsiteY0" fmla="*/ 0 h 1239398"/>
                      <a:gd name="connsiteX1" fmla="*/ 1239398 w 1239398"/>
                      <a:gd name="connsiteY1" fmla="*/ 1239398 h 1239398"/>
                      <a:gd name="connsiteX2" fmla="*/ 0 w 1239398"/>
                      <a:gd name="connsiteY2" fmla="*/ 1239398 h 12393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239398" h="1239398">
                        <a:moveTo>
                          <a:pt x="1239398" y="0"/>
                        </a:moveTo>
                        <a:lnTo>
                          <a:pt x="1239398" y="1239398"/>
                        </a:lnTo>
                        <a:lnTo>
                          <a:pt x="0" y="1239398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rtl="0"/>
                    <a:endParaRPr lang="en-US" dirty="0"/>
                  </a:p>
                </p:txBody>
              </p:sp>
            </p:grpSp>
          </p:grpSp>
        </p:grpSp>
      </p:grp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CF2D931-86F8-40B1-B2C0-BE477572EC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81686" y="2876550"/>
            <a:ext cx="3059113" cy="2983947"/>
          </a:xfrm>
        </p:spPr>
        <p:txBody>
          <a:bodyPr rtlCol="0"/>
          <a:lstStyle>
            <a:lvl1pPr marL="0" indent="0" algn="ctr">
              <a:buNone/>
              <a:defRPr/>
            </a:lvl1pPr>
            <a:lvl2pPr marL="360000" indent="0">
              <a:buFont typeface="Arial" panose="020B0604020202020204" pitchFamily="34" charset="0"/>
              <a:buNone/>
              <a:defRPr/>
            </a:lvl2pPr>
            <a:lvl3pPr marL="720000" indent="0">
              <a:buNone/>
              <a:defRPr/>
            </a:lvl3pPr>
            <a:lvl4pPr marL="1080000" indent="0">
              <a:buFont typeface="Arial" panose="020B0604020202020204" pitchFamily="34" charset="0"/>
              <a:buNone/>
              <a:defRPr/>
            </a:lvl4pPr>
            <a:lvl5pPr marL="1440000" indent="0">
              <a:buNone/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68871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en-GB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n-GB" noProof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pPr rtl="0"/>
            <a:endParaRPr lang="en-GB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pPr rtl="0"/>
            <a:fld id="{294A09A9-5501-47C1-A89A-A340965A2BE2}" type="slidenum">
              <a:rPr lang="en-GB" noProof="0" smtClean="0"/>
              <a:t>‹#›</a:t>
            </a:fld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3911974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5" r:id="rId2"/>
    <p:sldLayoutId id="2147483673" r:id="rId3"/>
    <p:sldLayoutId id="2147483678" r:id="rId4"/>
    <p:sldLayoutId id="2147483660" r:id="rId5"/>
    <p:sldLayoutId id="2147483680" r:id="rId6"/>
    <p:sldLayoutId id="2147483679" r:id="rId7"/>
    <p:sldLayoutId id="2147483677" r:id="rId8"/>
    <p:sldLayoutId id="2147483662" r:id="rId9"/>
    <p:sldLayoutId id="2147483663" r:id="rId10"/>
    <p:sldLayoutId id="2147483671" r:id="rId11"/>
    <p:sldLayoutId id="2147483676" r:id="rId12"/>
    <p:sldLayoutId id="2147483674" r:id="rId13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  <p15:guide id="30" orient="horz" pos="2160" userDrawn="1">
          <p15:clr>
            <a:srgbClr val="A4A3A4"/>
          </p15:clr>
        </p15:guide>
        <p15:guide id="31" pos="3840" userDrawn="1">
          <p15:clr>
            <a:srgbClr val="A4A3A4"/>
          </p15:clr>
        </p15:guide>
        <p15:guide id="32" pos="240" userDrawn="1">
          <p15:clr>
            <a:srgbClr val="547EBF"/>
          </p15:clr>
        </p15:guide>
        <p15:guide id="33" orient="horz" pos="240" userDrawn="1">
          <p15:clr>
            <a:srgbClr val="547EBF"/>
          </p15:clr>
        </p15:guide>
        <p15:guide id="34" pos="7440" userDrawn="1">
          <p15:clr>
            <a:srgbClr val="547EBF"/>
          </p15:clr>
        </p15:guide>
        <p15:guide id="35" orient="horz" pos="4080" userDrawn="1">
          <p15:clr>
            <a:srgbClr val="547EBF"/>
          </p15:clr>
        </p15:guide>
        <p15:guide id="36" pos="3960" userDrawn="1">
          <p15:clr>
            <a:srgbClr val="547EBF"/>
          </p15:clr>
        </p15:guide>
        <p15:guide id="37" pos="3720" userDrawn="1">
          <p15:clr>
            <a:srgbClr val="547EBF"/>
          </p15:clr>
        </p15:guide>
        <p15:guide id="38" pos="2112" userDrawn="1">
          <p15:clr>
            <a:srgbClr val="547EBF"/>
          </p15:clr>
        </p15:guide>
        <p15:guide id="39" pos="1848" userDrawn="1">
          <p15:clr>
            <a:srgbClr val="547EBF"/>
          </p15:clr>
        </p15:guide>
        <p15:guide id="40" pos="5568" userDrawn="1">
          <p15:clr>
            <a:srgbClr val="547EBF"/>
          </p15:clr>
        </p15:guide>
        <p15:guide id="41" pos="5832" userDrawn="1">
          <p15:clr>
            <a:srgbClr val="547EBF"/>
          </p15:clr>
        </p15:guide>
        <p15:guide id="42" pos="4968" userDrawn="1">
          <p15:clr>
            <a:srgbClr val="9FCC3B"/>
          </p15:clr>
        </p15:guide>
        <p15:guide id="43" pos="5208" userDrawn="1">
          <p15:clr>
            <a:srgbClr val="9FCC3B"/>
          </p15:clr>
        </p15:guide>
        <p15:guide id="44" pos="2712" userDrawn="1">
          <p15:clr>
            <a:srgbClr val="9FCC3B"/>
          </p15:clr>
        </p15:guide>
        <p15:guide id="45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22" y="1216402"/>
            <a:ext cx="4650901" cy="2334637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Final Project</a:t>
            </a:r>
            <a:br>
              <a:rPr lang="en-GB" dirty="0"/>
            </a:br>
            <a:r>
              <a:rPr lang="en-GB" sz="2200" dirty="0"/>
              <a:t>Data Science &amp; Machine Learning Bootcamp - </a:t>
            </a:r>
            <a:r>
              <a:rPr lang="en-GB" sz="1800" dirty="0"/>
              <a:t>Remote</a:t>
            </a:r>
            <a:br>
              <a:rPr lang="en-GB" dirty="0"/>
            </a:b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68D447-28D3-4F5F-B2DC-FD67E90158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rtl="0"/>
            <a:r>
              <a:rPr lang="en-GB" sz="1600" dirty="0">
                <a:cs typeface="Calibri"/>
              </a:rPr>
              <a:t>Tiago Santos</a:t>
            </a:r>
          </a:p>
          <a:p>
            <a:pPr rtl="0"/>
            <a:r>
              <a:rPr lang="en-GB" sz="1100" dirty="0">
                <a:cs typeface="Calibri"/>
              </a:rPr>
              <a:t>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D7FB7-DF8B-7E2E-B0C0-6CF1FEF2E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14D1F29-6280-C3F8-2CCF-8734EFF96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522" y="874663"/>
            <a:ext cx="4650901" cy="2334637"/>
          </a:xfrm>
        </p:spPr>
        <p:txBody>
          <a:bodyPr rtlCol="0" anchor="b">
            <a:normAutofit/>
          </a:bodyPr>
          <a:lstStyle/>
          <a:p>
            <a:pPr rtl="0"/>
            <a:r>
              <a:rPr lang="en-GB" sz="4400" dirty="0"/>
              <a:t>Project</a:t>
            </a:r>
            <a:br>
              <a:rPr lang="en-GB" dirty="0"/>
            </a:b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EAF57B-6458-9143-C695-315BCE0E7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34" y="332071"/>
            <a:ext cx="1336307" cy="1336307"/>
          </a:xfrm>
          <a:prstGeom prst="rect">
            <a:avLst/>
          </a:prstGeom>
        </p:spPr>
      </p:pic>
      <p:sp>
        <p:nvSpPr>
          <p:cNvPr id="3" name="Subtitle 7">
            <a:extLst>
              <a:ext uri="{FF2B5EF4-FFF2-40B4-BE49-F238E27FC236}">
                <a16:creationId xmlns:a16="http://schemas.microsoft.com/office/drawing/2014/main" id="{B97C70D7-C14A-684C-32FC-C246518AFD9A}"/>
              </a:ext>
            </a:extLst>
          </p:cNvPr>
          <p:cNvSpPr txBox="1">
            <a:spLocks/>
          </p:cNvSpPr>
          <p:nvPr/>
        </p:nvSpPr>
        <p:spPr>
          <a:xfrm>
            <a:off x="4748463" y="1260266"/>
            <a:ext cx="6824982" cy="433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/>
              <a:t> Data - </a:t>
            </a:r>
            <a:r>
              <a:rPr lang="en-GB" b="1" dirty="0"/>
              <a:t>Reservation report from an Apartment Hotel</a:t>
            </a:r>
          </a:p>
          <a:p>
            <a:endParaRPr lang="en-GB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EDA - Use to analyse the house keeping services in a Hotel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Create a ML model to predict HK services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Create a dashboard in tableaux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App for guest information's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64105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941EE6-004B-FC14-A358-7AE3DA6DB1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05F5B2EB-215E-D0FB-57BF-CC73BDECC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628089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Data Cleaning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5C5E1D6-0CE0-5CC5-B499-1F0B7123D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3" y="1574257"/>
            <a:ext cx="3392461" cy="472034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D035118-7F61-D663-0089-7297977C8B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217" y="2014606"/>
            <a:ext cx="2575783" cy="3581710"/>
          </a:xfrm>
          <a:prstGeom prst="rect">
            <a:avLst/>
          </a:prstGeom>
        </p:spPr>
      </p:pic>
      <p:sp>
        <p:nvSpPr>
          <p:cNvPr id="22" name="Subtitle 7">
            <a:extLst>
              <a:ext uri="{FF2B5EF4-FFF2-40B4-BE49-F238E27FC236}">
                <a16:creationId xmlns:a16="http://schemas.microsoft.com/office/drawing/2014/main" id="{AC865159-3FB4-F357-85DC-BECC0ED43620}"/>
              </a:ext>
            </a:extLst>
          </p:cNvPr>
          <p:cNvSpPr txBox="1">
            <a:spLocks/>
          </p:cNvSpPr>
          <p:nvPr/>
        </p:nvSpPr>
        <p:spPr>
          <a:xfrm>
            <a:off x="6415313" y="877446"/>
            <a:ext cx="5201674" cy="433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/>
              <a:t> </a:t>
            </a:r>
            <a:endParaRPr lang="en-GB" dirty="0"/>
          </a:p>
        </p:txBody>
      </p:sp>
      <p:sp>
        <p:nvSpPr>
          <p:cNvPr id="26" name="Subtitle 7">
            <a:extLst>
              <a:ext uri="{FF2B5EF4-FFF2-40B4-BE49-F238E27FC236}">
                <a16:creationId xmlns:a16="http://schemas.microsoft.com/office/drawing/2014/main" id="{20E800B5-41CE-7648-F3A5-5314430D9F3E}"/>
              </a:ext>
            </a:extLst>
          </p:cNvPr>
          <p:cNvSpPr txBox="1">
            <a:spLocks/>
          </p:cNvSpPr>
          <p:nvPr/>
        </p:nvSpPr>
        <p:spPr>
          <a:xfrm>
            <a:off x="6807199" y="1260266"/>
            <a:ext cx="4766245" cy="4338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PT" b="1" dirty="0"/>
              <a:t> </a:t>
            </a:r>
            <a:r>
              <a:rPr lang="en-GB" b="1" dirty="0"/>
              <a:t>creating new columns names</a:t>
            </a:r>
          </a:p>
          <a:p>
            <a:r>
              <a:rPr lang="en-GB" b="1" dirty="0"/>
              <a:t>Converting data types, </a:t>
            </a:r>
          </a:p>
          <a:p>
            <a:r>
              <a:rPr lang="en-GB" b="1" dirty="0"/>
              <a:t>Clean empty spaces</a:t>
            </a:r>
          </a:p>
          <a:p>
            <a:r>
              <a:rPr lang="en-GB" b="1" dirty="0"/>
              <a:t>Column standardization</a:t>
            </a:r>
          </a:p>
          <a:p>
            <a:endParaRPr lang="en-GB" b="1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8275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DDBDD0-1FC6-3786-F738-CAB5F309A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678DFD7-E8CB-D1E3-1B86-A2FAEC78F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628089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Data Cleaning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E845EF3-DC4A-BC67-7488-B7669C29C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31" y="1327214"/>
            <a:ext cx="2446692" cy="222797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C01BFA0-490C-4993-C615-D1173E261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64" y="5340675"/>
            <a:ext cx="2434023" cy="10045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C21786-6E24-6AC0-8FDE-D80364BD0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8636" y="3211428"/>
            <a:ext cx="1566359" cy="3172711"/>
          </a:xfrm>
          <a:prstGeom prst="rect">
            <a:avLst/>
          </a:prstGeom>
        </p:spPr>
      </p:pic>
      <p:sp>
        <p:nvSpPr>
          <p:cNvPr id="6" name="Subtitle 7">
            <a:extLst>
              <a:ext uri="{FF2B5EF4-FFF2-40B4-BE49-F238E27FC236}">
                <a16:creationId xmlns:a16="http://schemas.microsoft.com/office/drawing/2014/main" id="{F9A96071-A5E7-B6AB-BAE2-852D17BC5EB2}"/>
              </a:ext>
            </a:extLst>
          </p:cNvPr>
          <p:cNvSpPr txBox="1">
            <a:spLocks/>
          </p:cNvSpPr>
          <p:nvPr/>
        </p:nvSpPr>
        <p:spPr>
          <a:xfrm>
            <a:off x="6807199" y="1260266"/>
            <a:ext cx="4766245" cy="4338429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noProof="0" dirty="0"/>
              <a:t>*Replacing some value counts</a:t>
            </a:r>
          </a:p>
          <a:p>
            <a:r>
              <a:rPr lang="en-GB" b="1" noProof="0" dirty="0"/>
              <a:t>*Drop some rows </a:t>
            </a:r>
            <a:r>
              <a:rPr lang="en-GB" b="1" dirty="0"/>
              <a:t> Maintenance, cancelation,   request´s reservations/ block´s </a:t>
            </a:r>
          </a:p>
          <a:p>
            <a:r>
              <a:rPr lang="en-GB" b="1" dirty="0"/>
              <a:t>* Drop some categorical columns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Refiled baby, guest country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Mapping – Room Types, </a:t>
            </a:r>
            <a:r>
              <a:rPr lang="en-GB" b="1" dirty="0" err="1"/>
              <a:t>Resv</a:t>
            </a:r>
            <a:r>
              <a:rPr lang="en-GB" b="1" dirty="0"/>
              <a:t> </a:t>
            </a:r>
            <a:r>
              <a:rPr lang="en-GB" b="1" dirty="0" err="1"/>
              <a:t>Satus</a:t>
            </a:r>
            <a:r>
              <a:rPr lang="en-GB" b="1" dirty="0"/>
              <a:t>,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Changing checkout date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Copy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b="1" dirty="0"/>
              <a:t>Generate new features – Hk full stay </a:t>
            </a:r>
            <a:r>
              <a:rPr lang="en-GB" dirty="0"/>
              <a:t>(end of reservation) </a:t>
            </a:r>
            <a:r>
              <a:rPr lang="en-GB" b="1" dirty="0"/>
              <a:t>and Hk half stay </a:t>
            </a:r>
            <a:r>
              <a:rPr lang="en-GB" dirty="0"/>
              <a:t>(after 3 day’s)</a:t>
            </a:r>
            <a:r>
              <a:rPr lang="en-GB" b="1" dirty="0"/>
              <a:t>, Total HK </a:t>
            </a:r>
            <a:r>
              <a:rPr lang="en-GB" dirty="0"/>
              <a:t>(sum of </a:t>
            </a:r>
            <a:r>
              <a:rPr lang="en-GB" dirty="0" err="1"/>
              <a:t>hk</a:t>
            </a:r>
            <a:r>
              <a:rPr lang="en-GB" dirty="0"/>
              <a:t> full stay and </a:t>
            </a:r>
            <a:r>
              <a:rPr lang="en-GB" dirty="0" err="1"/>
              <a:t>hk</a:t>
            </a:r>
            <a:r>
              <a:rPr lang="en-GB" dirty="0"/>
              <a:t> half stay) </a:t>
            </a:r>
          </a:p>
          <a:p>
            <a:r>
              <a:rPr lang="en-GB" b="1" noProof="0" dirty="0"/>
              <a:t> </a:t>
            </a:r>
          </a:p>
          <a:p>
            <a:endParaRPr lang="en-GB" b="1" dirty="0"/>
          </a:p>
          <a:p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1EEC3B-D1A5-A504-84FA-7C6F1C9EFA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288" y="3635883"/>
            <a:ext cx="2456827" cy="16046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9CBA486-6E1B-0D8C-1D58-F50AC33C7B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68636" y="1327214"/>
            <a:ext cx="1566359" cy="18353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2F94DD4-380B-5700-259C-3BB98F6F1EA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687" y="5564166"/>
            <a:ext cx="7408971" cy="83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819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81F3D-488F-FD91-0BDC-CCE4B8D7B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anchor="b">
            <a:normAutofit/>
          </a:bodyPr>
          <a:lstStyle/>
          <a:p>
            <a:r>
              <a:rPr lang="pt-PT" dirty="0"/>
              <a:t>EDA</a:t>
            </a:r>
            <a:br>
              <a:rPr lang="pt-PT" dirty="0"/>
            </a:br>
            <a:endParaRPr lang="en-GB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C42B9C8-BDC0-821C-703E-78E2375F2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209" y="1855109"/>
            <a:ext cx="5259426" cy="33493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CD4C0C-F273-4988-B8CC-38F4E84436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65" y="1508125"/>
            <a:ext cx="6997628" cy="4394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82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035E5-1E0A-96CD-28F9-9FA4FF60D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1E218-11CB-19EA-F465-CBAB43D98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anchor="b">
            <a:normAutofit/>
          </a:bodyPr>
          <a:lstStyle/>
          <a:p>
            <a:r>
              <a:rPr lang="pt-PT" dirty="0"/>
              <a:t>EDA - </a:t>
            </a:r>
            <a:r>
              <a:rPr lang="pt-PT" dirty="0" err="1"/>
              <a:t>tableau</a:t>
            </a:r>
            <a:r>
              <a:rPr lang="pt-PT" dirty="0"/>
              <a:t> </a:t>
            </a:r>
            <a:br>
              <a:rPr lang="pt-PT" dirty="0"/>
            </a:b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A1D5BC-1C4F-180C-0596-6B0875F46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400" y="1129507"/>
            <a:ext cx="10363200" cy="519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633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2D74D-6883-B631-48B6-81370EB5A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DAF40-E6D8-8D97-ECCF-CEC1A982F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 anchor="b">
            <a:normAutofit/>
          </a:bodyPr>
          <a:lstStyle/>
          <a:p>
            <a:r>
              <a:rPr lang="pt-PT" dirty="0"/>
              <a:t>EDA - </a:t>
            </a:r>
            <a:r>
              <a:rPr lang="pt-PT" dirty="0" err="1"/>
              <a:t>tableau</a:t>
            </a:r>
            <a:r>
              <a:rPr lang="pt-PT" dirty="0"/>
              <a:t> </a:t>
            </a:r>
            <a:br>
              <a:rPr lang="pt-PT" dirty="0"/>
            </a:br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F90CBF-44D6-DF54-5197-A40A80028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960" y="1075423"/>
            <a:ext cx="10292080" cy="5247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211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B3F43E-4B18-8041-153F-45E8D74B6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5183B9D-DB0B-EFF5-2292-183389379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2058573"/>
          </a:xfrm>
        </p:spPr>
        <p:txBody>
          <a:bodyPr rtlCol="0">
            <a:normAutofit/>
          </a:bodyPr>
          <a:lstStyle/>
          <a:p>
            <a:pPr rtl="0"/>
            <a:r>
              <a:rPr lang="en-GB" noProof="0" dirty="0"/>
              <a:t>Correlation &amp; multicollinearity</a:t>
            </a:r>
            <a:br>
              <a:rPr lang="en-GB" noProof="0" dirty="0"/>
            </a:br>
            <a:endParaRPr lang="en-GB" noProof="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08A1D5-5F3D-3F25-36F7-F209095AF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8532" y="1668378"/>
            <a:ext cx="5298734" cy="43482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708D87-A939-CF6E-27B9-AA3F3450F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9503" y="2418775"/>
            <a:ext cx="2094993" cy="259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035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39A67-4615-7882-B0C7-4717AA1B2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95EBFBE-4C34-E3DC-4A92-7448291A8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2058573"/>
          </a:xfrm>
        </p:spPr>
        <p:txBody>
          <a:bodyPr rtlCol="0">
            <a:normAutofit/>
          </a:bodyPr>
          <a:lstStyle/>
          <a:p>
            <a:pPr rtl="0"/>
            <a:r>
              <a:rPr lang="en-GB" noProof="0" dirty="0"/>
              <a:t>Models</a:t>
            </a:r>
            <a:br>
              <a:rPr lang="pt-PT" dirty="0"/>
            </a:br>
            <a:endParaRPr lang="en-GB" dirty="0"/>
          </a:p>
        </p:txBody>
      </p:sp>
      <p:sp>
        <p:nvSpPr>
          <p:cNvPr id="2" name="Subtitle 7">
            <a:extLst>
              <a:ext uri="{FF2B5EF4-FFF2-40B4-BE49-F238E27FC236}">
                <a16:creationId xmlns:a16="http://schemas.microsoft.com/office/drawing/2014/main" id="{7F35ED55-FB77-49BF-C719-4220F60F609D}"/>
              </a:ext>
            </a:extLst>
          </p:cNvPr>
          <p:cNvSpPr txBox="1">
            <a:spLocks/>
          </p:cNvSpPr>
          <p:nvPr/>
        </p:nvSpPr>
        <p:spPr>
          <a:xfrm>
            <a:off x="6179127" y="1085168"/>
            <a:ext cx="5938021" cy="404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700" b="1" dirty="0"/>
              <a:t>Linear regression</a:t>
            </a:r>
          </a:p>
          <a:p>
            <a:endParaRPr lang="en-GB" dirty="0"/>
          </a:p>
          <a:p>
            <a:endParaRPr lang="en-GB" noProof="0" dirty="0"/>
          </a:p>
          <a:p>
            <a:r>
              <a:rPr lang="en-GB" sz="1700" b="1" dirty="0"/>
              <a:t>Decision tree</a:t>
            </a:r>
          </a:p>
          <a:p>
            <a:endParaRPr lang="en-GB" noProof="0" dirty="0"/>
          </a:p>
          <a:p>
            <a:endParaRPr lang="en-GB" dirty="0"/>
          </a:p>
          <a:p>
            <a:r>
              <a:rPr lang="en-GB" sz="1700" b="1" dirty="0" err="1"/>
              <a:t>Xgboost</a:t>
            </a:r>
            <a:r>
              <a:rPr lang="en-GB" sz="1700" b="1" dirty="0"/>
              <a:t> – the best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97FFD2-ED19-5620-A78B-AD741659F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5557" y="2234510"/>
            <a:ext cx="2402883" cy="6941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E0A2A7-F9CD-FD92-833B-23BC0D6143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5564" y="1085168"/>
            <a:ext cx="1560872" cy="110612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06890E7-BB41-FF7E-E095-AA48FC89F0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968" y="2581593"/>
            <a:ext cx="1533468" cy="10809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6D6F2B0-D760-8936-72BE-AE75C07D4D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4159" y="3870783"/>
            <a:ext cx="2825681" cy="25107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73F9922-DEF3-9E76-A773-884DE70ADA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68945" y="4433797"/>
            <a:ext cx="1514686" cy="981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409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7A6746-3612-C702-579D-1DCF72002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275CF96-F295-BD24-A4C8-380CA2A9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2058573"/>
          </a:xfrm>
        </p:spPr>
        <p:txBody>
          <a:bodyPr rtlCol="0">
            <a:normAutofit/>
          </a:bodyPr>
          <a:lstStyle/>
          <a:p>
            <a:pPr rtl="0"/>
            <a:r>
              <a:rPr lang="en-GB" noProof="0" dirty="0"/>
              <a:t>Data</a:t>
            </a:r>
            <a:r>
              <a:rPr lang="en-GB" dirty="0"/>
              <a:t> &amp; future </a:t>
            </a:r>
            <a:r>
              <a:rPr lang="en-GB" noProof="0" dirty="0"/>
              <a:t> improvements </a:t>
            </a:r>
          </a:p>
        </p:txBody>
      </p:sp>
      <p:sp>
        <p:nvSpPr>
          <p:cNvPr id="2" name="Subtitle 7">
            <a:extLst>
              <a:ext uri="{FF2B5EF4-FFF2-40B4-BE49-F238E27FC236}">
                <a16:creationId xmlns:a16="http://schemas.microsoft.com/office/drawing/2014/main" id="{F5057537-F8A2-8D46-2E89-E09763EF4500}"/>
              </a:ext>
            </a:extLst>
          </p:cNvPr>
          <p:cNvSpPr txBox="1">
            <a:spLocks/>
          </p:cNvSpPr>
          <p:nvPr/>
        </p:nvSpPr>
        <p:spPr>
          <a:xfrm>
            <a:off x="6179127" y="1085168"/>
            <a:ext cx="5938021" cy="404101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Create new features – generating new KPI´s :</a:t>
            </a:r>
          </a:p>
          <a:p>
            <a:r>
              <a:rPr lang="en-GB" dirty="0"/>
              <a:t>	- </a:t>
            </a:r>
            <a:r>
              <a:rPr lang="en-GB" b="1" dirty="0"/>
              <a:t>Average clean per room type </a:t>
            </a:r>
          </a:p>
          <a:p>
            <a:pPr marL="342900" indent="-342900">
              <a:buFontTx/>
              <a:buChar char="-"/>
            </a:pPr>
            <a:r>
              <a:rPr lang="en-GB" b="1" dirty="0"/>
              <a:t>Time per cleaning </a:t>
            </a:r>
            <a:r>
              <a:rPr lang="en-GB" dirty="0"/>
              <a:t>By defining av. time cleaning by room types</a:t>
            </a:r>
          </a:p>
          <a:p>
            <a:pPr marL="342900" indent="-342900">
              <a:buFontTx/>
              <a:buChar char="-"/>
            </a:pPr>
            <a:r>
              <a:rPr lang="en-GB" b="1" dirty="0"/>
              <a:t>How many team members</a:t>
            </a:r>
            <a:r>
              <a:rPr lang="en-GB" dirty="0"/>
              <a:t> is needed for each day</a:t>
            </a:r>
          </a:p>
          <a:p>
            <a:pPr marL="342900" indent="-342900">
              <a:buFontTx/>
              <a:buChar char="-"/>
            </a:pPr>
            <a:r>
              <a:rPr lang="en-GB" dirty="0"/>
              <a:t>Try news models, </a:t>
            </a:r>
            <a:r>
              <a:rPr lang="en-GB" dirty="0" err="1"/>
              <a:t>hipertuning</a:t>
            </a:r>
            <a:r>
              <a:rPr lang="en-GB" dirty="0"/>
              <a:t>… </a:t>
            </a:r>
          </a:p>
          <a:p>
            <a:endParaRPr lang="en-GB" dirty="0"/>
          </a:p>
          <a:p>
            <a:r>
              <a:rPr lang="en-GB" sz="1600" dirty="0"/>
              <a:t>** form this kind of approach I’ve secured many jobs positions and also create new ones**</a:t>
            </a:r>
          </a:p>
        </p:txBody>
      </p:sp>
    </p:spTree>
    <p:extLst>
      <p:ext uri="{BB962C8B-B14F-4D97-AF65-F5344CB8AC3E}">
        <p14:creationId xmlns:p14="http://schemas.microsoft.com/office/powerpoint/2010/main" val="2557394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1360F0-5EC6-080C-126C-F27B3FD37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DE07702-0D05-C284-F1CA-2BDCC4807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563402"/>
            <a:ext cx="4075200" cy="2058573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chatbot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544E940-79EA-A150-05F8-1456BCD199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00" y="4248000"/>
            <a:ext cx="4075200" cy="1520975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It´s Working! </a:t>
            </a:r>
            <a:r>
              <a:rPr lang="en-GB" dirty="0">
                <a:sym typeface="Wingdings" panose="05000000000000000000" pitchFamily="2" charset="2"/>
              </a:rPr>
              <a:t></a:t>
            </a: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A49A7D-4D52-2916-5111-AB9FBB9CA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263" y="563402"/>
            <a:ext cx="5356537" cy="5532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980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1221F-6287-1375-5279-6B8A3206B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0322BFB-0729-704F-706A-4F257399B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718" y="299634"/>
            <a:ext cx="4075200" cy="623560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chatbot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6CC2D-7B3D-3A57-C7E1-12F07F5363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6" y="1116623"/>
            <a:ext cx="5935299" cy="5011615"/>
          </a:xfrm>
          <a:prstGeom prst="rect">
            <a:avLst/>
          </a:prstGeom>
        </p:spPr>
      </p:pic>
      <p:sp>
        <p:nvSpPr>
          <p:cNvPr id="2" name="Subtitle 7">
            <a:extLst>
              <a:ext uri="{FF2B5EF4-FFF2-40B4-BE49-F238E27FC236}">
                <a16:creationId xmlns:a16="http://schemas.microsoft.com/office/drawing/2014/main" id="{DC427E80-377D-BBCA-6F19-4E3BCB52A9BB}"/>
              </a:ext>
            </a:extLst>
          </p:cNvPr>
          <p:cNvSpPr txBox="1">
            <a:spLocks/>
          </p:cNvSpPr>
          <p:nvPr/>
        </p:nvSpPr>
        <p:spPr>
          <a:xfrm>
            <a:off x="6319804" y="1186963"/>
            <a:ext cx="5938021" cy="404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chemeClr val="accent3"/>
              </a:buClr>
              <a:buFont typeface="Wingdings" panose="05000000000000000000" pitchFamily="2" charset="2"/>
              <a:buNone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6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80000" indent="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Tx/>
              <a:buNone/>
              <a:defRPr sz="2000" b="0" i="1" kern="1200" spc="50" baseline="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00000" indent="-3600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chemeClr val="accent3"/>
              </a:buClr>
              <a:buFont typeface="Wingdings" panose="05000000000000000000" pitchFamily="2" charset="2"/>
              <a:buChar char=""/>
              <a:defRPr sz="2000" kern="1200" spc="50">
                <a:solidFill>
                  <a:schemeClr val="tx1"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Load my data set – Clean . csv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Load my hotel information. Md file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Split into chunks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Embeddings vectors with  OpenAI and Chroma DB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Function to look for the reservation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dirty="0"/>
              <a:t>Create the Streamlit app</a:t>
            </a:r>
          </a:p>
        </p:txBody>
      </p:sp>
    </p:spTree>
    <p:extLst>
      <p:ext uri="{BB962C8B-B14F-4D97-AF65-F5344CB8AC3E}">
        <p14:creationId xmlns:p14="http://schemas.microsoft.com/office/powerpoint/2010/main" val="3273489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D0A2F1-8411-4342-6648-D3484C708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4A9AC-FDE9-533C-6C8F-E0A778E2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8400" y="1296693"/>
            <a:ext cx="4650901" cy="2334637"/>
          </a:xfrm>
        </p:spPr>
        <p:txBody>
          <a:bodyPr rtlCol="0">
            <a:normAutofit/>
          </a:bodyPr>
          <a:lstStyle/>
          <a:p>
            <a:pPr rtl="0"/>
            <a:r>
              <a:rPr lang="en-GB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424717729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2848878_TF11158769_Win32" id="{F3F8FE87-2361-4B19-BDA6-013BEA194ACE}" vid="{B1F7F5A5-1557-4D8C-AB94-3B1042AF8D9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CF82A0-F4E3-45B7-AF6D-1D89198889C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1309999-888E-44BA-A188-888AF21B1F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579673F-CE33-48F3-A011-3563BBD9464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{2D3590B0-25E3-495C-9DA9-82A01976F12E}tf11158769_win32</Template>
  <TotalTime>644</TotalTime>
  <Words>404</Words>
  <Application>Microsoft Office PowerPoint</Application>
  <PresentationFormat>Widescreen</PresentationFormat>
  <Paragraphs>75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Avenir Next LT Pro</vt:lpstr>
      <vt:lpstr>Calibri</vt:lpstr>
      <vt:lpstr>Goudy Old Style</vt:lpstr>
      <vt:lpstr>Wingdings</vt:lpstr>
      <vt:lpstr>FrostyVTI</vt:lpstr>
      <vt:lpstr>Final Project Data Science &amp; Machine Learning Bootcamp - Remote </vt:lpstr>
      <vt:lpstr>Project </vt:lpstr>
      <vt:lpstr>Data Cleaning </vt:lpstr>
      <vt:lpstr>Data Cleaning </vt:lpstr>
      <vt:lpstr>EDA </vt:lpstr>
      <vt:lpstr>EDA - tableau  </vt:lpstr>
      <vt:lpstr>EDA - tableau  </vt:lpstr>
      <vt:lpstr>Correlation &amp; multicollinearity </vt:lpstr>
      <vt:lpstr>Models </vt:lpstr>
      <vt:lpstr>Data &amp; future  improvements </vt:lpstr>
      <vt:lpstr>chatbot</vt:lpstr>
      <vt:lpstr>chatbot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Tiago Santos</dc:creator>
  <cp:lastModifiedBy>Tiago Santos</cp:lastModifiedBy>
  <cp:revision>14</cp:revision>
  <dcterms:created xsi:type="dcterms:W3CDTF">2025-01-29T16:26:19Z</dcterms:created>
  <dcterms:modified xsi:type="dcterms:W3CDTF">2025-01-31T11:05:48Z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